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271" r:id="rId6"/>
    <p:sldId id="279" r:id="rId7"/>
    <p:sldId id="278" r:id="rId8"/>
    <p:sldId id="280" r:id="rId9"/>
    <p:sldId id="276" r:id="rId10"/>
    <p:sldId id="281" r:id="rId11"/>
    <p:sldId id="273" r:id="rId12"/>
    <p:sldId id="282" r:id="rId13"/>
    <p:sldId id="270" r:id="rId14"/>
  </p:sldIdLst>
  <p:sldSz cx="9144000" cy="5143500" type="screen16x9"/>
  <p:notesSz cx="6858000" cy="9144000"/>
  <p:embeddedFontLst>
    <p:embeddedFont>
      <p:font typeface="Franklin Gothic Medium" panose="020B0603020102020204" pitchFamily="34" charset="0"/>
      <p:regular r:id="rId16"/>
      <p:italic r:id="rId17"/>
    </p:embeddedFont>
    <p:embeddedFont>
      <p:font typeface="Helvetica" panose="020B0604020202020204" pitchFamily="34" charset="0"/>
      <p:regular r:id="rId18"/>
      <p:bold r:id="rId19"/>
      <p:italic r:id="rId20"/>
      <p:boldItalic r:id="rId21"/>
    </p:embeddedFont>
    <p:embeddedFont>
      <p:font typeface="Helvetica Neue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C68"/>
    <a:srgbClr val="0F84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65C0B-66F6-A670-D1E5-6B1B8167DB08}" v="257" dt="2024-11-11T15:10:32.942"/>
    <p1510:client id="{A8D167EC-DA6C-FC76-0265-484FAFCDB7E6}" v="6" dt="2024-11-11T14:38:47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Nunes" userId="S::tnunes_escs.ipl.pt#ext#@icthva.onmicrosoft.com::5aeca76f-71ac-46f7-9548-ae69a0693f54" providerId="AD" clId="Web-{EFD529CA-BF15-A294-6219-8865D83A92AA}"/>
    <pc:docChg chg="addSld modSld">
      <pc:chgData name="Tatiana Nunes" userId="S::tnunes_escs.ipl.pt#ext#@icthva.onmicrosoft.com::5aeca76f-71ac-46f7-9548-ae69a0693f54" providerId="AD" clId="Web-{EFD529CA-BF15-A294-6219-8865D83A92AA}" dt="2024-11-08T14:34:32.897" v="18" actId="20577"/>
      <pc:docMkLst>
        <pc:docMk/>
      </pc:docMkLst>
      <pc:sldChg chg="modSp">
        <pc:chgData name="Tatiana Nunes" userId="S::tnunes_escs.ipl.pt#ext#@icthva.onmicrosoft.com::5aeca76f-71ac-46f7-9548-ae69a0693f54" providerId="AD" clId="Web-{EFD529CA-BF15-A294-6219-8865D83A92AA}" dt="2024-11-08T14:29:40.105" v="12"/>
        <pc:sldMkLst>
          <pc:docMk/>
          <pc:sldMk cId="747517590" sldId="270"/>
        </pc:sldMkLst>
        <pc:spChg chg="mod">
          <ac:chgData name="Tatiana Nunes" userId="S::tnunes_escs.ipl.pt#ext#@icthva.onmicrosoft.com::5aeca76f-71ac-46f7-9548-ae69a0693f54" providerId="AD" clId="Web-{EFD529CA-BF15-A294-6219-8865D83A92AA}" dt="2024-11-08T14:29:40.089" v="11"/>
          <ac:spMkLst>
            <pc:docMk/>
            <pc:sldMk cId="747517590" sldId="270"/>
            <ac:spMk id="2" creationId="{C5224C1D-8D45-2C1C-4968-576E17EFF86D}"/>
          </ac:spMkLst>
        </pc:spChg>
        <pc:spChg chg="mod">
          <ac:chgData name="Tatiana Nunes" userId="S::tnunes_escs.ipl.pt#ext#@icthva.onmicrosoft.com::5aeca76f-71ac-46f7-9548-ae69a0693f54" providerId="AD" clId="Web-{EFD529CA-BF15-A294-6219-8865D83A92AA}" dt="2024-11-08T14:29:40.105" v="12"/>
          <ac:spMkLst>
            <pc:docMk/>
            <pc:sldMk cId="747517590" sldId="270"/>
            <ac:spMk id="3" creationId="{3560FBE6-35A4-22F9-1F95-FB6819C78733}"/>
          </ac:spMkLst>
        </pc:spChg>
      </pc:sldChg>
      <pc:sldChg chg="modSp">
        <pc:chgData name="Tatiana Nunes" userId="S::tnunes_escs.ipl.pt#ext#@icthva.onmicrosoft.com::5aeca76f-71ac-46f7-9548-ae69a0693f54" providerId="AD" clId="Web-{EFD529CA-BF15-A294-6219-8865D83A92AA}" dt="2024-11-08T14:29:04.025" v="1"/>
        <pc:sldMkLst>
          <pc:docMk/>
          <pc:sldMk cId="3670504368" sldId="271"/>
        </pc:sldMkLst>
        <pc:spChg chg="mod">
          <ac:chgData name="Tatiana Nunes" userId="S::tnunes_escs.ipl.pt#ext#@icthva.onmicrosoft.com::5aeca76f-71ac-46f7-9548-ae69a0693f54" providerId="AD" clId="Web-{EFD529CA-BF15-A294-6219-8865D83A92AA}" dt="2024-11-08T14:29:04.010" v="0"/>
          <ac:spMkLst>
            <pc:docMk/>
            <pc:sldMk cId="3670504368" sldId="271"/>
            <ac:spMk id="6" creationId="{6E63BEC4-07F2-8346-8D16-847881991124}"/>
          </ac:spMkLst>
        </pc:spChg>
        <pc:spChg chg="mod">
          <ac:chgData name="Tatiana Nunes" userId="S::tnunes_escs.ipl.pt#ext#@icthva.onmicrosoft.com::5aeca76f-71ac-46f7-9548-ae69a0693f54" providerId="AD" clId="Web-{EFD529CA-BF15-A294-6219-8865D83A92AA}" dt="2024-11-08T14:29:04.025" v="1"/>
          <ac:spMkLst>
            <pc:docMk/>
            <pc:sldMk cId="3670504368" sldId="271"/>
            <ac:spMk id="7" creationId="{2F8AB27A-BB62-7A87-9273-ABF18A282288}"/>
          </ac:spMkLst>
        </pc:spChg>
      </pc:sldChg>
      <pc:sldChg chg="modSp">
        <pc:chgData name="Tatiana Nunes" userId="S::tnunes_escs.ipl.pt#ext#@icthva.onmicrosoft.com::5aeca76f-71ac-46f7-9548-ae69a0693f54" providerId="AD" clId="Web-{EFD529CA-BF15-A294-6219-8865D83A92AA}" dt="2024-11-08T14:29:36.542" v="10"/>
        <pc:sldMkLst>
          <pc:docMk/>
          <pc:sldMk cId="2724212483" sldId="273"/>
        </pc:sldMkLst>
        <pc:spChg chg="mod">
          <ac:chgData name="Tatiana Nunes" userId="S::tnunes_escs.ipl.pt#ext#@icthva.onmicrosoft.com::5aeca76f-71ac-46f7-9548-ae69a0693f54" providerId="AD" clId="Web-{EFD529CA-BF15-A294-6219-8865D83A92AA}" dt="2024-11-08T14:29:36.542" v="10"/>
          <ac:spMkLst>
            <pc:docMk/>
            <pc:sldMk cId="2724212483" sldId="273"/>
            <ac:spMk id="2" creationId="{C5224C1D-8D45-2C1C-4968-576E17EFF86D}"/>
          </ac:spMkLst>
        </pc:spChg>
      </pc:sldChg>
      <pc:sldChg chg="modSp">
        <pc:chgData name="Tatiana Nunes" userId="S::tnunes_escs.ipl.pt#ext#@icthva.onmicrosoft.com::5aeca76f-71ac-46f7-9548-ae69a0693f54" providerId="AD" clId="Web-{EFD529CA-BF15-A294-6219-8865D83A92AA}" dt="2024-11-08T14:29:14.760" v="5"/>
        <pc:sldMkLst>
          <pc:docMk/>
          <pc:sldMk cId="261789448" sldId="278"/>
        </pc:sldMkLst>
        <pc:spChg chg="mod">
          <ac:chgData name="Tatiana Nunes" userId="S::tnunes_escs.ipl.pt#ext#@icthva.onmicrosoft.com::5aeca76f-71ac-46f7-9548-ae69a0693f54" providerId="AD" clId="Web-{EFD529CA-BF15-A294-6219-8865D83A92AA}" dt="2024-11-08T14:29:14.744" v="4"/>
          <ac:spMkLst>
            <pc:docMk/>
            <pc:sldMk cId="261789448" sldId="278"/>
            <ac:spMk id="2" creationId="{75793DF4-EEA5-B695-9409-C64A8D22D61F}"/>
          </ac:spMkLst>
        </pc:spChg>
        <pc:spChg chg="mod">
          <ac:chgData name="Tatiana Nunes" userId="S::tnunes_escs.ipl.pt#ext#@icthva.onmicrosoft.com::5aeca76f-71ac-46f7-9548-ae69a0693f54" providerId="AD" clId="Web-{EFD529CA-BF15-A294-6219-8865D83A92AA}" dt="2024-11-08T14:29:14.760" v="5"/>
          <ac:spMkLst>
            <pc:docMk/>
            <pc:sldMk cId="261789448" sldId="278"/>
            <ac:spMk id="3" creationId="{2203F851-98AE-63C7-D382-EDD689121D15}"/>
          </ac:spMkLst>
        </pc:spChg>
      </pc:sldChg>
      <pc:sldChg chg="modSp">
        <pc:chgData name="Tatiana Nunes" userId="S::tnunes_escs.ipl.pt#ext#@icthva.onmicrosoft.com::5aeca76f-71ac-46f7-9548-ae69a0693f54" providerId="AD" clId="Web-{EFD529CA-BF15-A294-6219-8865D83A92AA}" dt="2024-11-08T14:29:21.651" v="7"/>
        <pc:sldMkLst>
          <pc:docMk/>
          <pc:sldMk cId="539926876" sldId="279"/>
        </pc:sldMkLst>
        <pc:spChg chg="mod">
          <ac:chgData name="Tatiana Nunes" userId="S::tnunes_escs.ipl.pt#ext#@icthva.onmicrosoft.com::5aeca76f-71ac-46f7-9548-ae69a0693f54" providerId="AD" clId="Web-{EFD529CA-BF15-A294-6219-8865D83A92AA}" dt="2024-11-08T14:29:21.635" v="6"/>
          <ac:spMkLst>
            <pc:docMk/>
            <pc:sldMk cId="539926876" sldId="279"/>
            <ac:spMk id="2" creationId="{E6B6028A-AA1E-38E9-A746-76CA696F482D}"/>
          </ac:spMkLst>
        </pc:spChg>
        <pc:spChg chg="mod">
          <ac:chgData name="Tatiana Nunes" userId="S::tnunes_escs.ipl.pt#ext#@icthva.onmicrosoft.com::5aeca76f-71ac-46f7-9548-ae69a0693f54" providerId="AD" clId="Web-{EFD529CA-BF15-A294-6219-8865D83A92AA}" dt="2024-11-08T14:29:21.651" v="7"/>
          <ac:spMkLst>
            <pc:docMk/>
            <pc:sldMk cId="539926876" sldId="279"/>
            <ac:spMk id="3" creationId="{A5419F8B-DCE3-1D5E-7CE5-69E9B038AF48}"/>
          </ac:spMkLst>
        </pc:spChg>
      </pc:sldChg>
      <pc:sldChg chg="modSp">
        <pc:chgData name="Tatiana Nunes" userId="S::tnunes_escs.ipl.pt#ext#@icthva.onmicrosoft.com::5aeca76f-71ac-46f7-9548-ae69a0693f54" providerId="AD" clId="Web-{EFD529CA-BF15-A294-6219-8865D83A92AA}" dt="2024-11-08T14:29:27.386" v="9"/>
        <pc:sldMkLst>
          <pc:docMk/>
          <pc:sldMk cId="3540508270" sldId="280"/>
        </pc:sldMkLst>
        <pc:spChg chg="mod">
          <ac:chgData name="Tatiana Nunes" userId="S::tnunes_escs.ipl.pt#ext#@icthva.onmicrosoft.com::5aeca76f-71ac-46f7-9548-ae69a0693f54" providerId="AD" clId="Web-{EFD529CA-BF15-A294-6219-8865D83A92AA}" dt="2024-11-08T14:29:27.386" v="9"/>
          <ac:spMkLst>
            <pc:docMk/>
            <pc:sldMk cId="3540508270" sldId="280"/>
            <ac:spMk id="4" creationId="{717E6CBB-66A6-E9FB-7DD4-F7CB6408242E}"/>
          </ac:spMkLst>
        </pc:spChg>
        <pc:spChg chg="mod">
          <ac:chgData name="Tatiana Nunes" userId="S::tnunes_escs.ipl.pt#ext#@icthva.onmicrosoft.com::5aeca76f-71ac-46f7-9548-ae69a0693f54" providerId="AD" clId="Web-{EFD529CA-BF15-A294-6219-8865D83A92AA}" dt="2024-11-08T14:29:27.370" v="8"/>
          <ac:spMkLst>
            <pc:docMk/>
            <pc:sldMk cId="3540508270" sldId="280"/>
            <ac:spMk id="5" creationId="{59566563-4F06-EE56-6EB5-A240EB376748}"/>
          </ac:spMkLst>
        </pc:spChg>
      </pc:sldChg>
      <pc:sldChg chg="modSp add">
        <pc:chgData name="Tatiana Nunes" userId="S::tnunes_escs.ipl.pt#ext#@icthva.onmicrosoft.com::5aeca76f-71ac-46f7-9548-ae69a0693f54" providerId="AD" clId="Web-{EFD529CA-BF15-A294-6219-8865D83A92AA}" dt="2024-11-08T14:34:32.897" v="18" actId="20577"/>
        <pc:sldMkLst>
          <pc:docMk/>
          <pc:sldMk cId="3057244917" sldId="281"/>
        </pc:sldMkLst>
        <pc:spChg chg="mod">
          <ac:chgData name="Tatiana Nunes" userId="S::tnunes_escs.ipl.pt#ext#@icthva.onmicrosoft.com::5aeca76f-71ac-46f7-9548-ae69a0693f54" providerId="AD" clId="Web-{EFD529CA-BF15-A294-6219-8865D83A92AA}" dt="2024-11-08T14:34:32.897" v="18" actId="20577"/>
          <ac:spMkLst>
            <pc:docMk/>
            <pc:sldMk cId="3057244917" sldId="281"/>
            <ac:spMk id="3" creationId="{85329AEE-E2D1-DEC4-421D-1130FDD84290}"/>
          </ac:spMkLst>
        </pc:spChg>
      </pc:sldChg>
    </pc:docChg>
  </pc:docChgLst>
  <pc:docChgLst>
    <pc:chgData name="Tatiana Nunes" userId="S::tnunes_escs.ipl.pt#ext#@icthva.onmicrosoft.com::5aeca76f-71ac-46f7-9548-ae69a0693f54" providerId="AD" clId="Web-{510C2462-58B6-6735-3619-C27D76BA2968}"/>
    <pc:docChg chg="addSld delSld modSld">
      <pc:chgData name="Tatiana Nunes" userId="S::tnunes_escs.ipl.pt#ext#@icthva.onmicrosoft.com::5aeca76f-71ac-46f7-9548-ae69a0693f54" providerId="AD" clId="Web-{510C2462-58B6-6735-3619-C27D76BA2968}" dt="2024-11-06T23:31:15.641" v="48"/>
      <pc:docMkLst>
        <pc:docMk/>
      </pc:docMkLst>
      <pc:sldChg chg="del">
        <pc:chgData name="Tatiana Nunes" userId="S::tnunes_escs.ipl.pt#ext#@icthva.onmicrosoft.com::5aeca76f-71ac-46f7-9548-ae69a0693f54" providerId="AD" clId="Web-{510C2462-58B6-6735-3619-C27D76BA2968}" dt="2024-11-06T23:31:15.641" v="48"/>
        <pc:sldMkLst>
          <pc:docMk/>
          <pc:sldMk cId="325957863" sldId="274"/>
        </pc:sldMkLst>
      </pc:sldChg>
      <pc:sldChg chg="del">
        <pc:chgData name="Tatiana Nunes" userId="S::tnunes_escs.ipl.pt#ext#@icthva.onmicrosoft.com::5aeca76f-71ac-46f7-9548-ae69a0693f54" providerId="AD" clId="Web-{510C2462-58B6-6735-3619-C27D76BA2968}" dt="2024-11-06T23:31:11.657" v="47"/>
        <pc:sldMkLst>
          <pc:docMk/>
          <pc:sldMk cId="1793152157" sldId="275"/>
        </pc:sldMkLst>
      </pc:sldChg>
      <pc:sldChg chg="modSp">
        <pc:chgData name="Tatiana Nunes" userId="S::tnunes_escs.ipl.pt#ext#@icthva.onmicrosoft.com::5aeca76f-71ac-46f7-9548-ae69a0693f54" providerId="AD" clId="Web-{510C2462-58B6-6735-3619-C27D76BA2968}" dt="2024-11-06T23:30:22.920" v="32" actId="20577"/>
        <pc:sldMkLst>
          <pc:docMk/>
          <pc:sldMk cId="3583708576" sldId="276"/>
        </pc:sldMkLst>
        <pc:spChg chg="mod">
          <ac:chgData name="Tatiana Nunes" userId="S::tnunes_escs.ipl.pt#ext#@icthva.onmicrosoft.com::5aeca76f-71ac-46f7-9548-ae69a0693f54" providerId="AD" clId="Web-{510C2462-58B6-6735-3619-C27D76BA2968}" dt="2024-11-06T23:30:15.233" v="25" actId="20577"/>
          <ac:spMkLst>
            <pc:docMk/>
            <pc:sldMk cId="3583708576" sldId="276"/>
            <ac:spMk id="4" creationId="{D9293519-22BD-B208-6D28-CDB93B5A4D46}"/>
          </ac:spMkLst>
        </pc:spChg>
        <pc:spChg chg="mod">
          <ac:chgData name="Tatiana Nunes" userId="S::tnunes_escs.ipl.pt#ext#@icthva.onmicrosoft.com::5aeca76f-71ac-46f7-9548-ae69a0693f54" providerId="AD" clId="Web-{510C2462-58B6-6735-3619-C27D76BA2968}" dt="2024-11-06T23:30:17.920" v="30" actId="20577"/>
          <ac:spMkLst>
            <pc:docMk/>
            <pc:sldMk cId="3583708576" sldId="276"/>
            <ac:spMk id="5" creationId="{0136A476-FD41-425E-5AB6-6B8E7BE2E6B2}"/>
          </ac:spMkLst>
        </pc:spChg>
        <pc:spChg chg="mod">
          <ac:chgData name="Tatiana Nunes" userId="S::tnunes_escs.ipl.pt#ext#@icthva.onmicrosoft.com::5aeca76f-71ac-46f7-9548-ae69a0693f54" providerId="AD" clId="Web-{510C2462-58B6-6735-3619-C27D76BA2968}" dt="2024-11-06T23:30:22.920" v="32" actId="20577"/>
          <ac:spMkLst>
            <pc:docMk/>
            <pc:sldMk cId="3583708576" sldId="276"/>
            <ac:spMk id="6" creationId="{721458B7-3EAA-0205-BDF3-9F9B9FE92369}"/>
          </ac:spMkLst>
        </pc:spChg>
      </pc:sldChg>
      <pc:sldChg chg="modSp new">
        <pc:chgData name="Tatiana Nunes" userId="S::tnunes_escs.ipl.pt#ext#@icthva.onmicrosoft.com::5aeca76f-71ac-46f7-9548-ae69a0693f54" providerId="AD" clId="Web-{510C2462-58B6-6735-3619-C27D76BA2968}" dt="2024-11-06T23:30:10.060" v="22" actId="20577"/>
        <pc:sldMkLst>
          <pc:docMk/>
          <pc:sldMk cId="1227629807" sldId="277"/>
        </pc:sldMkLst>
        <pc:spChg chg="mod">
          <ac:chgData name="Tatiana Nunes" userId="S::tnunes_escs.ipl.pt#ext#@icthva.onmicrosoft.com::5aeca76f-71ac-46f7-9548-ae69a0693f54" providerId="AD" clId="Web-{510C2462-58B6-6735-3619-C27D76BA2968}" dt="2024-11-06T23:30:04.842" v="18" actId="20577"/>
          <ac:spMkLst>
            <pc:docMk/>
            <pc:sldMk cId="1227629807" sldId="277"/>
            <ac:spMk id="2" creationId="{B484B778-C6C4-CD12-60A3-9BEEF6846BA6}"/>
          </ac:spMkLst>
        </pc:spChg>
        <pc:spChg chg="mod">
          <ac:chgData name="Tatiana Nunes" userId="S::tnunes_escs.ipl.pt#ext#@icthva.onmicrosoft.com::5aeca76f-71ac-46f7-9548-ae69a0693f54" providerId="AD" clId="Web-{510C2462-58B6-6735-3619-C27D76BA2968}" dt="2024-11-06T23:30:10.060" v="22" actId="20577"/>
          <ac:spMkLst>
            <pc:docMk/>
            <pc:sldMk cId="1227629807" sldId="277"/>
            <ac:spMk id="3" creationId="{8CB51F00-DDA5-157F-EF8C-DA1B911455AE}"/>
          </ac:spMkLst>
        </pc:spChg>
      </pc:sldChg>
      <pc:sldChg chg="modSp new mod modClrScheme chgLayout">
        <pc:chgData name="Tatiana Nunes" userId="S::tnunes_escs.ipl.pt#ext#@icthva.onmicrosoft.com::5aeca76f-71ac-46f7-9548-ae69a0693f54" providerId="AD" clId="Web-{510C2462-58B6-6735-3619-C27D76BA2968}" dt="2024-11-06T23:30:46.609" v="39" actId="20577"/>
        <pc:sldMkLst>
          <pc:docMk/>
          <pc:sldMk cId="261789448" sldId="278"/>
        </pc:sldMkLst>
        <pc:spChg chg="mod ord">
          <ac:chgData name="Tatiana Nunes" userId="S::tnunes_escs.ipl.pt#ext#@icthva.onmicrosoft.com::5aeca76f-71ac-46f7-9548-ae69a0693f54" providerId="AD" clId="Web-{510C2462-58B6-6735-3619-C27D76BA2968}" dt="2024-11-06T23:30:40.968" v="37" actId="20577"/>
          <ac:spMkLst>
            <pc:docMk/>
            <pc:sldMk cId="261789448" sldId="278"/>
            <ac:spMk id="2" creationId="{75793DF4-EEA5-B695-9409-C64A8D22D61F}"/>
          </ac:spMkLst>
        </pc:spChg>
        <pc:spChg chg="mod ord">
          <ac:chgData name="Tatiana Nunes" userId="S::tnunes_escs.ipl.pt#ext#@icthva.onmicrosoft.com::5aeca76f-71ac-46f7-9548-ae69a0693f54" providerId="AD" clId="Web-{510C2462-58B6-6735-3619-C27D76BA2968}" dt="2024-11-06T23:30:46.609" v="39" actId="20577"/>
          <ac:spMkLst>
            <pc:docMk/>
            <pc:sldMk cId="261789448" sldId="278"/>
            <ac:spMk id="3" creationId="{2203F851-98AE-63C7-D382-EDD689121D15}"/>
          </ac:spMkLst>
        </pc:spChg>
      </pc:sldChg>
      <pc:sldChg chg="modSp new mod modClrScheme chgLayout">
        <pc:chgData name="Tatiana Nunes" userId="S::tnunes_escs.ipl.pt#ext#@icthva.onmicrosoft.com::5aeca76f-71ac-46f7-9548-ae69a0693f54" providerId="AD" clId="Web-{510C2462-58B6-6735-3619-C27D76BA2968}" dt="2024-11-06T23:31:05.953" v="46" actId="20577"/>
        <pc:sldMkLst>
          <pc:docMk/>
          <pc:sldMk cId="539926876" sldId="279"/>
        </pc:sldMkLst>
        <pc:spChg chg="mod ord">
          <ac:chgData name="Tatiana Nunes" userId="S::tnunes_escs.ipl.pt#ext#@icthva.onmicrosoft.com::5aeca76f-71ac-46f7-9548-ae69a0693f54" providerId="AD" clId="Web-{510C2462-58B6-6735-3619-C27D76BA2968}" dt="2024-11-06T23:31:02.437" v="43" actId="20577"/>
          <ac:spMkLst>
            <pc:docMk/>
            <pc:sldMk cId="539926876" sldId="279"/>
            <ac:spMk id="2" creationId="{E6B6028A-AA1E-38E9-A746-76CA696F482D}"/>
          </ac:spMkLst>
        </pc:spChg>
        <pc:spChg chg="mod ord">
          <ac:chgData name="Tatiana Nunes" userId="S::tnunes_escs.ipl.pt#ext#@icthva.onmicrosoft.com::5aeca76f-71ac-46f7-9548-ae69a0693f54" providerId="AD" clId="Web-{510C2462-58B6-6735-3619-C27D76BA2968}" dt="2024-11-06T23:31:05.953" v="46" actId="20577"/>
          <ac:spMkLst>
            <pc:docMk/>
            <pc:sldMk cId="539926876" sldId="279"/>
            <ac:spMk id="3" creationId="{A5419F8B-DCE3-1D5E-7CE5-69E9B038AF48}"/>
          </ac:spMkLst>
        </pc:spChg>
      </pc:sldChg>
    </pc:docChg>
  </pc:docChgLst>
  <pc:docChgLst>
    <pc:chgData name="Tatiana Nunes" userId="S::tnunes_escs.ipl.pt#ext#@icthva.onmicrosoft.com::5aeca76f-71ac-46f7-9548-ae69a0693f54" providerId="AD" clId="Web-{A8D167EC-DA6C-FC76-0265-484FAFCDB7E6}"/>
    <pc:docChg chg="modSld">
      <pc:chgData name="Tatiana Nunes" userId="S::tnunes_escs.ipl.pt#ext#@icthva.onmicrosoft.com::5aeca76f-71ac-46f7-9548-ae69a0693f54" providerId="AD" clId="Web-{A8D167EC-DA6C-FC76-0265-484FAFCDB7E6}" dt="2024-11-11T14:38:47.112" v="5" actId="1076"/>
      <pc:docMkLst>
        <pc:docMk/>
      </pc:docMkLst>
      <pc:sldChg chg="addSp delSp modSp">
        <pc:chgData name="Tatiana Nunes" userId="S::tnunes_escs.ipl.pt#ext#@icthva.onmicrosoft.com::5aeca76f-71ac-46f7-9548-ae69a0693f54" providerId="AD" clId="Web-{A8D167EC-DA6C-FC76-0265-484FAFCDB7E6}" dt="2024-11-11T14:38:47.112" v="5" actId="1076"/>
        <pc:sldMkLst>
          <pc:docMk/>
          <pc:sldMk cId="2724212483" sldId="273"/>
        </pc:sldMkLst>
        <pc:picChg chg="add mod">
          <ac:chgData name="Tatiana Nunes" userId="S::tnunes_escs.ipl.pt#ext#@icthva.onmicrosoft.com::5aeca76f-71ac-46f7-9548-ae69a0693f54" providerId="AD" clId="Web-{A8D167EC-DA6C-FC76-0265-484FAFCDB7E6}" dt="2024-11-11T14:38:47.112" v="5" actId="1076"/>
          <ac:picMkLst>
            <pc:docMk/>
            <pc:sldMk cId="2724212483" sldId="273"/>
            <ac:picMk id="3" creationId="{938A4D19-B0D3-0042-D316-34CFB89E845C}"/>
          </ac:picMkLst>
        </pc:picChg>
        <pc:picChg chg="del">
          <ac:chgData name="Tatiana Nunes" userId="S::tnunes_escs.ipl.pt#ext#@icthva.onmicrosoft.com::5aeca76f-71ac-46f7-9548-ae69a0693f54" providerId="AD" clId="Web-{A8D167EC-DA6C-FC76-0265-484FAFCDB7E6}" dt="2024-11-11T14:38:44.925" v="4"/>
          <ac:picMkLst>
            <pc:docMk/>
            <pc:sldMk cId="2724212483" sldId="273"/>
            <ac:picMk id="6" creationId="{21885194-42C8-B2D2-AC79-6C4846BC8CBA}"/>
          </ac:picMkLst>
        </pc:picChg>
      </pc:sldChg>
    </pc:docChg>
  </pc:docChgLst>
  <pc:docChgLst>
    <pc:chgData name="Tatiana Nunes" userId="S::tnunes_escs.ipl.pt#ext#@icthva.onmicrosoft.com::5aeca76f-71ac-46f7-9548-ae69a0693f54" providerId="AD" clId="Web-{11B65C0B-66F6-A670-D1E5-6B1B8167DB08}"/>
    <pc:docChg chg="addSld modSld">
      <pc:chgData name="Tatiana Nunes" userId="S::tnunes_escs.ipl.pt#ext#@icthva.onmicrosoft.com::5aeca76f-71ac-46f7-9548-ae69a0693f54" providerId="AD" clId="Web-{11B65C0B-66F6-A670-D1E5-6B1B8167DB08}" dt="2024-11-11T15:10:32.942" v="147" actId="1076"/>
      <pc:docMkLst>
        <pc:docMk/>
      </pc:docMkLst>
      <pc:sldChg chg="addSp modSp">
        <pc:chgData name="Tatiana Nunes" userId="S::tnunes_escs.ipl.pt#ext#@icthva.onmicrosoft.com::5aeca76f-71ac-46f7-9548-ae69a0693f54" providerId="AD" clId="Web-{11B65C0B-66F6-A670-D1E5-6B1B8167DB08}" dt="2024-11-11T15:10:32.942" v="147" actId="1076"/>
        <pc:sldMkLst>
          <pc:docMk/>
          <pc:sldMk cId="747517590" sldId="270"/>
        </pc:sldMkLst>
        <pc:spChg chg="add mod">
          <ac:chgData name="Tatiana Nunes" userId="S::tnunes_escs.ipl.pt#ext#@icthva.onmicrosoft.com::5aeca76f-71ac-46f7-9548-ae69a0693f54" providerId="AD" clId="Web-{11B65C0B-66F6-A670-D1E5-6B1B8167DB08}" dt="2024-11-11T15:10:32.942" v="147" actId="1076"/>
          <ac:spMkLst>
            <pc:docMk/>
            <pc:sldMk cId="747517590" sldId="270"/>
            <ac:spMk id="4" creationId="{19A9EB04-F2AC-BCFA-1FD7-80E3C3056084}"/>
          </ac:spMkLst>
        </pc:spChg>
      </pc:sldChg>
      <pc:sldChg chg="addSp delSp modSp add replId">
        <pc:chgData name="Tatiana Nunes" userId="S::tnunes_escs.ipl.pt#ext#@icthva.onmicrosoft.com::5aeca76f-71ac-46f7-9548-ae69a0693f54" providerId="AD" clId="Web-{11B65C0B-66F6-A670-D1E5-6B1B8167DB08}" dt="2024-11-11T15:07:52.312" v="122" actId="20577"/>
        <pc:sldMkLst>
          <pc:docMk/>
          <pc:sldMk cId="2006895978" sldId="282"/>
        </pc:sldMkLst>
        <pc:spChg chg="mod">
          <ac:chgData name="Tatiana Nunes" userId="S::tnunes_escs.ipl.pt#ext#@icthva.onmicrosoft.com::5aeca76f-71ac-46f7-9548-ae69a0693f54" providerId="AD" clId="Web-{11B65C0B-66F6-A670-D1E5-6B1B8167DB08}" dt="2024-11-11T14:47:57.950" v="45" actId="20577"/>
          <ac:spMkLst>
            <pc:docMk/>
            <pc:sldMk cId="2006895978" sldId="282"/>
            <ac:spMk id="2" creationId="{C5224C1D-8D45-2C1C-4968-576E17EFF86D}"/>
          </ac:spMkLst>
        </pc:spChg>
        <pc:spChg chg="add mod">
          <ac:chgData name="Tatiana Nunes" userId="S::tnunes_escs.ipl.pt#ext#@icthva.onmicrosoft.com::5aeca76f-71ac-46f7-9548-ae69a0693f54" providerId="AD" clId="Web-{11B65C0B-66F6-A670-D1E5-6B1B8167DB08}" dt="2024-11-11T15:07:52.312" v="122" actId="20577"/>
          <ac:spMkLst>
            <pc:docMk/>
            <pc:sldMk cId="2006895978" sldId="282"/>
            <ac:spMk id="4" creationId="{9D9AC6FF-3A26-2DB8-B3D2-BCBDD0DB4E07}"/>
          </ac:spMkLst>
        </pc:spChg>
        <pc:picChg chg="del">
          <ac:chgData name="Tatiana Nunes" userId="S::tnunes_escs.ipl.pt#ext#@icthva.onmicrosoft.com::5aeca76f-71ac-46f7-9548-ae69a0693f54" providerId="AD" clId="Web-{11B65C0B-66F6-A670-D1E5-6B1B8167DB08}" dt="2024-11-11T14:45:32.070" v="8"/>
          <ac:picMkLst>
            <pc:docMk/>
            <pc:sldMk cId="2006895978" sldId="282"/>
            <ac:picMk id="3" creationId="{938A4D19-B0D3-0042-D316-34CFB89E845C}"/>
          </ac:picMkLst>
        </pc:picChg>
        <pc:picChg chg="add del mod">
          <ac:chgData name="Tatiana Nunes" userId="S::tnunes_escs.ipl.pt#ext#@icthva.onmicrosoft.com::5aeca76f-71ac-46f7-9548-ae69a0693f54" providerId="AD" clId="Web-{11B65C0B-66F6-A670-D1E5-6B1B8167DB08}" dt="2024-11-11T15:02:24.647" v="64"/>
          <ac:picMkLst>
            <pc:docMk/>
            <pc:sldMk cId="2006895978" sldId="282"/>
            <ac:picMk id="5" creationId="{E9FAF15A-2646-05AB-6485-A44A61175AD1}"/>
          </ac:picMkLst>
        </pc:picChg>
        <pc:picChg chg="add del mod">
          <ac:chgData name="Tatiana Nunes" userId="S::tnunes_escs.ipl.pt#ext#@icthva.onmicrosoft.com::5aeca76f-71ac-46f7-9548-ae69a0693f54" providerId="AD" clId="Web-{11B65C0B-66F6-A670-D1E5-6B1B8167DB08}" dt="2024-11-11T15:02:41.975" v="66"/>
          <ac:picMkLst>
            <pc:docMk/>
            <pc:sldMk cId="2006895978" sldId="282"/>
            <ac:picMk id="6" creationId="{3A111325-B280-7ECF-DB15-7F6BD96870A2}"/>
          </ac:picMkLst>
        </pc:picChg>
        <pc:picChg chg="del">
          <ac:chgData name="Tatiana Nunes" userId="S::tnunes_escs.ipl.pt#ext#@icthva.onmicrosoft.com::5aeca76f-71ac-46f7-9548-ae69a0693f54" providerId="AD" clId="Web-{11B65C0B-66F6-A670-D1E5-6B1B8167DB08}" dt="2024-11-11T14:45:32.070" v="11"/>
          <ac:picMkLst>
            <pc:docMk/>
            <pc:sldMk cId="2006895978" sldId="282"/>
            <ac:picMk id="7" creationId="{CBFD3A70-1E74-E091-E9A6-F9C3E48AD3D1}"/>
          </ac:picMkLst>
        </pc:picChg>
        <pc:picChg chg="del">
          <ac:chgData name="Tatiana Nunes" userId="S::tnunes_escs.ipl.pt#ext#@icthva.onmicrosoft.com::5aeca76f-71ac-46f7-9548-ae69a0693f54" providerId="AD" clId="Web-{11B65C0B-66F6-A670-D1E5-6B1B8167DB08}" dt="2024-11-11T14:45:32.070" v="10"/>
          <ac:picMkLst>
            <pc:docMk/>
            <pc:sldMk cId="2006895978" sldId="282"/>
            <ac:picMk id="8" creationId="{CFDC9E89-1ECA-C43D-3EE0-498C68316C28}"/>
          </ac:picMkLst>
        </pc:picChg>
        <pc:picChg chg="del">
          <ac:chgData name="Tatiana Nunes" userId="S::tnunes_escs.ipl.pt#ext#@icthva.onmicrosoft.com::5aeca76f-71ac-46f7-9548-ae69a0693f54" providerId="AD" clId="Web-{11B65C0B-66F6-A670-D1E5-6B1B8167DB08}" dt="2024-11-11T14:45:32.070" v="9"/>
          <ac:picMkLst>
            <pc:docMk/>
            <pc:sldMk cId="2006895978" sldId="282"/>
            <ac:picMk id="9" creationId="{F0F2C197-62D3-8A43-2445-346CF8571D4E}"/>
          </ac:picMkLst>
        </pc:picChg>
        <pc:picChg chg="add del mod">
          <ac:chgData name="Tatiana Nunes" userId="S::tnunes_escs.ipl.pt#ext#@icthva.onmicrosoft.com::5aeca76f-71ac-46f7-9548-ae69a0693f54" providerId="AD" clId="Web-{11B65C0B-66F6-A670-D1E5-6B1B8167DB08}" dt="2024-11-11T15:04:40.322" v="81"/>
          <ac:picMkLst>
            <pc:docMk/>
            <pc:sldMk cId="2006895978" sldId="282"/>
            <ac:picMk id="10" creationId="{017BD379-07ED-51CE-1997-46F335732122}"/>
          </ac:picMkLst>
        </pc:picChg>
      </pc:sldChg>
    </pc:docChg>
  </pc:docChgLst>
  <pc:docChgLst>
    <pc:chgData name="Tatiana Nunes" userId="f65edf28-f975-4a3f-bf89-42b814f5fe93" providerId="ADAL" clId="{31B8B728-B575-4993-8D9D-A5B44EA78D2E}"/>
    <pc:docChg chg="custSel addSld delSld modSld modMainMaster">
      <pc:chgData name="Tatiana Nunes" userId="f65edf28-f975-4a3f-bf89-42b814f5fe93" providerId="ADAL" clId="{31B8B728-B575-4993-8D9D-A5B44EA78D2E}" dt="2024-11-06T23:33:08.825" v="78" actId="47"/>
      <pc:docMkLst>
        <pc:docMk/>
      </pc:docMkLst>
      <pc:sldChg chg="del">
        <pc:chgData name="Tatiana Nunes" userId="f65edf28-f975-4a3f-bf89-42b814f5fe93" providerId="ADAL" clId="{31B8B728-B575-4993-8D9D-A5B44EA78D2E}" dt="2024-11-06T23:26:38.807" v="19" actId="47"/>
        <pc:sldMkLst>
          <pc:docMk/>
          <pc:sldMk cId="51607385" sldId="272"/>
        </pc:sldMkLst>
      </pc:sldChg>
      <pc:sldChg chg="add">
        <pc:chgData name="Tatiana Nunes" userId="f65edf28-f975-4a3f-bf89-42b814f5fe93" providerId="ADAL" clId="{31B8B728-B575-4993-8D9D-A5B44EA78D2E}" dt="2024-11-06T23:25:01.628" v="0"/>
        <pc:sldMkLst>
          <pc:docMk/>
          <pc:sldMk cId="2724212483" sldId="273"/>
        </pc:sldMkLst>
      </pc:sldChg>
      <pc:sldChg chg="modSp new mod">
        <pc:chgData name="Tatiana Nunes" userId="f65edf28-f975-4a3f-bf89-42b814f5fe93" providerId="ADAL" clId="{31B8B728-B575-4993-8D9D-A5B44EA78D2E}" dt="2024-11-06T23:26:36.830" v="18" actId="20577"/>
        <pc:sldMkLst>
          <pc:docMk/>
          <pc:sldMk cId="325957863" sldId="274"/>
        </pc:sldMkLst>
        <pc:spChg chg="mod">
          <ac:chgData name="Tatiana Nunes" userId="f65edf28-f975-4a3f-bf89-42b814f5fe93" providerId="ADAL" clId="{31B8B728-B575-4993-8D9D-A5B44EA78D2E}" dt="2024-11-06T23:26:33.628" v="9" actId="20577"/>
          <ac:spMkLst>
            <pc:docMk/>
            <pc:sldMk cId="325957863" sldId="274"/>
            <ac:spMk id="2" creationId="{719A7301-C7E4-B59A-8499-3008B55318AD}"/>
          </ac:spMkLst>
        </pc:spChg>
        <pc:spChg chg="mod">
          <ac:chgData name="Tatiana Nunes" userId="f65edf28-f975-4a3f-bf89-42b814f5fe93" providerId="ADAL" clId="{31B8B728-B575-4993-8D9D-A5B44EA78D2E}" dt="2024-11-06T23:26:36.830" v="18" actId="20577"/>
          <ac:spMkLst>
            <pc:docMk/>
            <pc:sldMk cId="325957863" sldId="274"/>
            <ac:spMk id="3" creationId="{8F469BDA-294D-63B8-8546-E8C43002C075}"/>
          </ac:spMkLst>
        </pc:spChg>
      </pc:sldChg>
      <pc:sldChg chg="addSp delSp modSp new mod modClrScheme chgLayout">
        <pc:chgData name="Tatiana Nunes" userId="f65edf28-f975-4a3f-bf89-42b814f5fe93" providerId="ADAL" clId="{31B8B728-B575-4993-8D9D-A5B44EA78D2E}" dt="2024-11-06T23:28:32.206" v="46" actId="20577"/>
        <pc:sldMkLst>
          <pc:docMk/>
          <pc:sldMk cId="1793152157" sldId="275"/>
        </pc:sldMkLst>
        <pc:spChg chg="del mod ord">
          <ac:chgData name="Tatiana Nunes" userId="f65edf28-f975-4a3f-bf89-42b814f5fe93" providerId="ADAL" clId="{31B8B728-B575-4993-8D9D-A5B44EA78D2E}" dt="2024-11-06T23:26:51.727" v="21" actId="700"/>
          <ac:spMkLst>
            <pc:docMk/>
            <pc:sldMk cId="1793152157" sldId="275"/>
            <ac:spMk id="2" creationId="{444BDACA-5B66-5612-3F36-E6F0EB8F4E6B}"/>
          </ac:spMkLst>
        </pc:spChg>
        <pc:spChg chg="del mod ord">
          <ac:chgData name="Tatiana Nunes" userId="f65edf28-f975-4a3f-bf89-42b814f5fe93" providerId="ADAL" clId="{31B8B728-B575-4993-8D9D-A5B44EA78D2E}" dt="2024-11-06T23:26:51.727" v="21" actId="700"/>
          <ac:spMkLst>
            <pc:docMk/>
            <pc:sldMk cId="1793152157" sldId="275"/>
            <ac:spMk id="3" creationId="{69F42FCC-C9A0-E7C2-1750-BC11D6A5FCA0}"/>
          </ac:spMkLst>
        </pc:spChg>
        <pc:spChg chg="add mod ord">
          <ac:chgData name="Tatiana Nunes" userId="f65edf28-f975-4a3f-bf89-42b814f5fe93" providerId="ADAL" clId="{31B8B728-B575-4993-8D9D-A5B44EA78D2E}" dt="2024-11-06T23:28:27.247" v="35" actId="20577"/>
          <ac:spMkLst>
            <pc:docMk/>
            <pc:sldMk cId="1793152157" sldId="275"/>
            <ac:spMk id="4" creationId="{95EF8B67-BC42-4197-39E2-D2A8A714451E}"/>
          </ac:spMkLst>
        </pc:spChg>
        <pc:spChg chg="add mod ord">
          <ac:chgData name="Tatiana Nunes" userId="f65edf28-f975-4a3f-bf89-42b814f5fe93" providerId="ADAL" clId="{31B8B728-B575-4993-8D9D-A5B44EA78D2E}" dt="2024-11-06T23:28:32.206" v="46" actId="20577"/>
          <ac:spMkLst>
            <pc:docMk/>
            <pc:sldMk cId="1793152157" sldId="275"/>
            <ac:spMk id="5" creationId="{681B0223-F748-9205-7445-00EFE6501988}"/>
          </ac:spMkLst>
        </pc:spChg>
      </pc:sldChg>
      <pc:sldChg chg="addSp delSp modSp new mod modClrScheme chgLayout">
        <pc:chgData name="Tatiana Nunes" userId="f65edf28-f975-4a3f-bf89-42b814f5fe93" providerId="ADAL" clId="{31B8B728-B575-4993-8D9D-A5B44EA78D2E}" dt="2024-11-06T23:26:58.181" v="23" actId="700"/>
        <pc:sldMkLst>
          <pc:docMk/>
          <pc:sldMk cId="3583708576" sldId="276"/>
        </pc:sldMkLst>
        <pc:spChg chg="del mod ord">
          <ac:chgData name="Tatiana Nunes" userId="f65edf28-f975-4a3f-bf89-42b814f5fe93" providerId="ADAL" clId="{31B8B728-B575-4993-8D9D-A5B44EA78D2E}" dt="2024-11-06T23:26:58.181" v="23" actId="700"/>
          <ac:spMkLst>
            <pc:docMk/>
            <pc:sldMk cId="3583708576" sldId="276"/>
            <ac:spMk id="2" creationId="{F472CC86-F09D-5397-CFBF-3F5647D7A5B1}"/>
          </ac:spMkLst>
        </pc:spChg>
        <pc:spChg chg="del mod ord">
          <ac:chgData name="Tatiana Nunes" userId="f65edf28-f975-4a3f-bf89-42b814f5fe93" providerId="ADAL" clId="{31B8B728-B575-4993-8D9D-A5B44EA78D2E}" dt="2024-11-06T23:26:58.181" v="23" actId="700"/>
          <ac:spMkLst>
            <pc:docMk/>
            <pc:sldMk cId="3583708576" sldId="276"/>
            <ac:spMk id="3" creationId="{E297DD33-8F68-A415-BD13-5A6589710114}"/>
          </ac:spMkLst>
        </pc:spChg>
        <pc:spChg chg="add mod ord">
          <ac:chgData name="Tatiana Nunes" userId="f65edf28-f975-4a3f-bf89-42b814f5fe93" providerId="ADAL" clId="{31B8B728-B575-4993-8D9D-A5B44EA78D2E}" dt="2024-11-06T23:26:58.181" v="23" actId="700"/>
          <ac:spMkLst>
            <pc:docMk/>
            <pc:sldMk cId="3583708576" sldId="276"/>
            <ac:spMk id="4" creationId="{D9293519-22BD-B208-6D28-CDB93B5A4D46}"/>
          </ac:spMkLst>
        </pc:spChg>
        <pc:spChg chg="add mod ord">
          <ac:chgData name="Tatiana Nunes" userId="f65edf28-f975-4a3f-bf89-42b814f5fe93" providerId="ADAL" clId="{31B8B728-B575-4993-8D9D-A5B44EA78D2E}" dt="2024-11-06T23:26:58.181" v="23" actId="700"/>
          <ac:spMkLst>
            <pc:docMk/>
            <pc:sldMk cId="3583708576" sldId="276"/>
            <ac:spMk id="5" creationId="{0136A476-FD41-425E-5AB6-6B8E7BE2E6B2}"/>
          </ac:spMkLst>
        </pc:spChg>
        <pc:spChg chg="add mod ord">
          <ac:chgData name="Tatiana Nunes" userId="f65edf28-f975-4a3f-bf89-42b814f5fe93" providerId="ADAL" clId="{31B8B728-B575-4993-8D9D-A5B44EA78D2E}" dt="2024-11-06T23:26:58.181" v="23" actId="700"/>
          <ac:spMkLst>
            <pc:docMk/>
            <pc:sldMk cId="3583708576" sldId="276"/>
            <ac:spMk id="6" creationId="{721458B7-3EAA-0205-BDF3-9F9B9FE92369}"/>
          </ac:spMkLst>
        </pc:spChg>
      </pc:sldChg>
      <pc:sldChg chg="del">
        <pc:chgData name="Tatiana Nunes" userId="f65edf28-f975-4a3f-bf89-42b814f5fe93" providerId="ADAL" clId="{31B8B728-B575-4993-8D9D-A5B44EA78D2E}" dt="2024-11-06T23:33:08.825" v="78" actId="47"/>
        <pc:sldMkLst>
          <pc:docMk/>
          <pc:sldMk cId="1227629807" sldId="277"/>
        </pc:sldMkLst>
      </pc:sldChg>
      <pc:sldChg chg="addSp delSp modSp new mod modClrScheme chgLayout">
        <pc:chgData name="Tatiana Nunes" userId="f65edf28-f975-4a3f-bf89-42b814f5fe93" providerId="ADAL" clId="{31B8B728-B575-4993-8D9D-A5B44EA78D2E}" dt="2024-11-06T23:33:05.329" v="77" actId="20577"/>
        <pc:sldMkLst>
          <pc:docMk/>
          <pc:sldMk cId="3540508270" sldId="280"/>
        </pc:sldMkLst>
        <pc:spChg chg="del mod ord">
          <ac:chgData name="Tatiana Nunes" userId="f65edf28-f975-4a3f-bf89-42b814f5fe93" providerId="ADAL" clId="{31B8B728-B575-4993-8D9D-A5B44EA78D2E}" dt="2024-11-06T23:32:57.472" v="61" actId="700"/>
          <ac:spMkLst>
            <pc:docMk/>
            <pc:sldMk cId="3540508270" sldId="280"/>
            <ac:spMk id="2" creationId="{B19C01A9-CA0A-21EF-F96A-85614166166F}"/>
          </ac:spMkLst>
        </pc:spChg>
        <pc:spChg chg="del mod ord">
          <ac:chgData name="Tatiana Nunes" userId="f65edf28-f975-4a3f-bf89-42b814f5fe93" providerId="ADAL" clId="{31B8B728-B575-4993-8D9D-A5B44EA78D2E}" dt="2024-11-06T23:32:57.472" v="61" actId="700"/>
          <ac:spMkLst>
            <pc:docMk/>
            <pc:sldMk cId="3540508270" sldId="280"/>
            <ac:spMk id="3" creationId="{EC12C653-D1A6-B568-2109-036E0D1CF7BE}"/>
          </ac:spMkLst>
        </pc:spChg>
        <pc:spChg chg="add mod ord">
          <ac:chgData name="Tatiana Nunes" userId="f65edf28-f975-4a3f-bf89-42b814f5fe93" providerId="ADAL" clId="{31B8B728-B575-4993-8D9D-A5B44EA78D2E}" dt="2024-11-06T23:33:01.213" v="66" actId="20577"/>
          <ac:spMkLst>
            <pc:docMk/>
            <pc:sldMk cId="3540508270" sldId="280"/>
            <ac:spMk id="4" creationId="{717E6CBB-66A6-E9FB-7DD4-F7CB6408242E}"/>
          </ac:spMkLst>
        </pc:spChg>
        <pc:spChg chg="add mod ord">
          <ac:chgData name="Tatiana Nunes" userId="f65edf28-f975-4a3f-bf89-42b814f5fe93" providerId="ADAL" clId="{31B8B728-B575-4993-8D9D-A5B44EA78D2E}" dt="2024-11-06T23:33:05.329" v="77" actId="20577"/>
          <ac:spMkLst>
            <pc:docMk/>
            <pc:sldMk cId="3540508270" sldId="280"/>
            <ac:spMk id="5" creationId="{59566563-4F06-EE56-6EB5-A240EB376748}"/>
          </ac:spMkLst>
        </pc:spChg>
      </pc:sldChg>
      <pc:sldMasterChg chg="modSldLayout">
        <pc:chgData name="Tatiana Nunes" userId="f65edf28-f975-4a3f-bf89-42b814f5fe93" providerId="ADAL" clId="{31B8B728-B575-4993-8D9D-A5B44EA78D2E}" dt="2024-11-06T23:32:19.809" v="59" actId="14100"/>
        <pc:sldMasterMkLst>
          <pc:docMk/>
          <pc:sldMasterMk cId="0" sldId="2147483659"/>
        </pc:sldMasterMkLst>
        <pc:sldLayoutChg chg="modSp mod">
          <pc:chgData name="Tatiana Nunes" userId="f65edf28-f975-4a3f-bf89-42b814f5fe93" providerId="ADAL" clId="{31B8B728-B575-4993-8D9D-A5B44EA78D2E}" dt="2024-11-06T23:32:19.809" v="59" actId="14100"/>
          <pc:sldLayoutMkLst>
            <pc:docMk/>
            <pc:sldMasterMk cId="0" sldId="2147483659"/>
            <pc:sldLayoutMk cId="3123966640" sldId="2147483662"/>
          </pc:sldLayoutMkLst>
          <pc:spChg chg="mod">
            <ac:chgData name="Tatiana Nunes" userId="f65edf28-f975-4a3f-bf89-42b814f5fe93" providerId="ADAL" clId="{31B8B728-B575-4993-8D9D-A5B44EA78D2E}" dt="2024-11-06T23:32:19.809" v="59" actId="14100"/>
            <ac:spMkLst>
              <pc:docMk/>
              <pc:sldMasterMk cId="0" sldId="2147483659"/>
              <pc:sldLayoutMk cId="3123966640" sldId="2147483662"/>
              <ac:spMk id="28" creationId="{00000000-0000-0000-0000-000000000000}"/>
            </ac:spMkLst>
          </pc:spChg>
        </pc:sldLayoutChg>
        <pc:sldLayoutChg chg="addSp delSp modSp mod">
          <pc:chgData name="Tatiana Nunes" userId="f65edf28-f975-4a3f-bf89-42b814f5fe93" providerId="ADAL" clId="{31B8B728-B575-4993-8D9D-A5B44EA78D2E}" dt="2024-11-06T23:32:12.808" v="58" actId="14100"/>
          <pc:sldLayoutMkLst>
            <pc:docMk/>
            <pc:sldMasterMk cId="0" sldId="2147483659"/>
            <pc:sldLayoutMk cId="3725356690" sldId="2147483663"/>
          </pc:sldLayoutMkLst>
          <pc:spChg chg="add mod">
            <ac:chgData name="Tatiana Nunes" userId="f65edf28-f975-4a3f-bf89-42b814f5fe93" providerId="ADAL" clId="{31B8B728-B575-4993-8D9D-A5B44EA78D2E}" dt="2024-11-06T23:31:52.207" v="56"/>
            <ac:spMkLst>
              <pc:docMk/>
              <pc:sldMasterMk cId="0" sldId="2147483659"/>
              <pc:sldLayoutMk cId="3725356690" sldId="2147483663"/>
              <ac:spMk id="6" creationId="{9F7C3918-CD84-D8FC-F4B3-CE1721CBB610}"/>
            </ac:spMkLst>
          </pc:spChg>
          <pc:spChg chg="del">
            <ac:chgData name="Tatiana Nunes" userId="f65edf28-f975-4a3f-bf89-42b814f5fe93" providerId="ADAL" clId="{31B8B728-B575-4993-8D9D-A5B44EA78D2E}" dt="2024-11-06T23:31:51.183" v="55" actId="478"/>
            <ac:spMkLst>
              <pc:docMk/>
              <pc:sldMasterMk cId="0" sldId="2147483659"/>
              <pc:sldLayoutMk cId="3725356690" sldId="2147483663"/>
              <ac:spMk id="29" creationId="{00000000-0000-0000-0000-000000000000}"/>
            </ac:spMkLst>
          </pc:spChg>
          <pc:spChg chg="mod">
            <ac:chgData name="Tatiana Nunes" userId="f65edf28-f975-4a3f-bf89-42b814f5fe93" providerId="ADAL" clId="{31B8B728-B575-4993-8D9D-A5B44EA78D2E}" dt="2024-11-06T23:32:12.808" v="58" actId="14100"/>
            <ac:spMkLst>
              <pc:docMk/>
              <pc:sldMasterMk cId="0" sldId="2147483659"/>
              <pc:sldLayoutMk cId="3725356690" sldId="2147483663"/>
              <ac:spMk id="30" creationId="{00000000-0000-0000-0000-000000000000}"/>
            </ac:spMkLst>
          </pc:spChg>
        </pc:sldLayoutChg>
        <pc:sldLayoutChg chg="modSp mod">
          <pc:chgData name="Tatiana Nunes" userId="f65edf28-f975-4a3f-bf89-42b814f5fe93" providerId="ADAL" clId="{31B8B728-B575-4993-8D9D-A5B44EA78D2E}" dt="2024-11-06T23:28:59.764" v="54" actId="20577"/>
          <pc:sldLayoutMkLst>
            <pc:docMk/>
            <pc:sldMasterMk cId="0" sldId="2147483659"/>
            <pc:sldLayoutMk cId="3134511056" sldId="2147483664"/>
          </pc:sldLayoutMkLst>
          <pc:spChg chg="mod">
            <ac:chgData name="Tatiana Nunes" userId="f65edf28-f975-4a3f-bf89-42b814f5fe93" providerId="ADAL" clId="{31B8B728-B575-4993-8D9D-A5B44EA78D2E}" dt="2024-11-06T23:25:50.472" v="3" actId="403"/>
            <ac:spMkLst>
              <pc:docMk/>
              <pc:sldMasterMk cId="0" sldId="2147483659"/>
              <pc:sldLayoutMk cId="3134511056" sldId="2147483664"/>
              <ac:spMk id="37" creationId="{00000000-0000-0000-0000-000000000000}"/>
            </ac:spMkLst>
          </pc:spChg>
          <pc:spChg chg="mod">
            <ac:chgData name="Tatiana Nunes" userId="f65edf28-f975-4a3f-bf89-42b814f5fe93" providerId="ADAL" clId="{31B8B728-B575-4993-8D9D-A5B44EA78D2E}" dt="2024-11-06T23:28:59.764" v="54" actId="20577"/>
            <ac:spMkLst>
              <pc:docMk/>
              <pc:sldMasterMk cId="0" sldId="2147483659"/>
              <pc:sldLayoutMk cId="3134511056" sldId="2147483664"/>
              <ac:spMk id="39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 userDrawn="1">
  <p:cSld name="Title slide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1a867c5d8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22" name="Google Shape;22;g311a867c5d8_0_43" descr="Afbeelding met Lettertype, Elektrisch blauw, symbool, tekst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11a867c5d8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103" y="1216719"/>
            <a:ext cx="6953795" cy="239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818659" y="-2123938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4324050" y="74768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808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preserve="1">
  <p:cSld name="1_Title slide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11a867c5d8_0_4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3475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8C68"/>
              </a:buClr>
              <a:buSzPts val="5200"/>
              <a:buFont typeface="Helvetica Neue"/>
              <a:buNone/>
              <a:defRPr sz="5200" b="1">
                <a:solidFill>
                  <a:srgbClr val="628C68"/>
                </a:solidFill>
                <a:latin typeface="Franklin Gothic Medium" panose="020B0603020102020204" pitchFamily="34" charset="0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" name="Google Shape;20;g311a867c5d8_0_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750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>
                <a:solidFill>
                  <a:schemeClr val="tx1"/>
                </a:solidFill>
                <a:latin typeface="Franklin Gothic Medium" panose="020B0603020102020204" pitchFamily="34" charset="0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" name="Google Shape;21;g311a867c5d8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Franklin Gothic Medium" panose="020B0603020102020204" pitchFamily="34" charset="0"/>
                <a:ea typeface="Franklin Gothic Medium" panose="020B0603020102020204" pitchFamily="34" charset="0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22" name="Google Shape;22;g311a867c5d8_0_43" descr="Afbeelding met Lettertype, Elektrisch blauw, symbool, tekst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11a867c5d8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g311a867c5d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591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540300" y="521225"/>
            <a:ext cx="527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8C68"/>
              </a:buClr>
              <a:buSzPts val="2800"/>
              <a:buFont typeface="Helvetica Neue"/>
              <a:buNone/>
              <a:defRPr sz="3600" b="1">
                <a:solidFill>
                  <a:srgbClr val="628C68"/>
                </a:solidFill>
                <a:latin typeface="Franklin Gothic Medium" panose="020B0603020102020204" pitchFamily="34" charset="0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1"/>
          </p:nvPr>
        </p:nvSpPr>
        <p:spPr>
          <a:xfrm>
            <a:off x="540300" y="1533475"/>
            <a:ext cx="7367400" cy="28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114297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None/>
              <a:defRPr sz="20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378" lvl="1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566" lvl="2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754" lvl="3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5943" lvl="4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132" lvl="5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320" lvl="6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509" lvl="7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697" lvl="8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30" name="Google Shape;30;p17" descr="Afbeelding met Lettertype, Elektrisch blauw, symbool, tekst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396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 userDrawn="1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540300" y="1533475"/>
            <a:ext cx="2808000" cy="29523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000">
                <a:solidFill>
                  <a:schemeClr val="tx1"/>
                </a:solidFill>
                <a:latin typeface="Helvetica Neue" panose="020B0604020202020204" charset="0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2" name="Google Shape;30;p17" descr="Afbeelding met Lettertype, Elektrisch blauw, symbool, tekst&#10;&#10;Automatisch gegenereerde beschrijving">
            <a:extLst>
              <a:ext uri="{FF2B5EF4-FFF2-40B4-BE49-F238E27FC236}">
                <a16:creationId xmlns:a16="http://schemas.microsoft.com/office/drawing/2014/main" id="{3AF84B39-D568-F980-CE96-C7F29B9E8DD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1;p17">
            <a:extLst>
              <a:ext uri="{FF2B5EF4-FFF2-40B4-BE49-F238E27FC236}">
                <a16:creationId xmlns:a16="http://schemas.microsoft.com/office/drawing/2014/main" id="{9AA65C8F-4A54-EEDA-CA84-30A24546FA4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2;p17">
            <a:extLst>
              <a:ext uri="{FF2B5EF4-FFF2-40B4-BE49-F238E27FC236}">
                <a16:creationId xmlns:a16="http://schemas.microsoft.com/office/drawing/2014/main" id="{D7D2BDFC-EB83-DD0C-79FD-65538F8CE1FA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3;p17">
            <a:extLst>
              <a:ext uri="{FF2B5EF4-FFF2-40B4-BE49-F238E27FC236}">
                <a16:creationId xmlns:a16="http://schemas.microsoft.com/office/drawing/2014/main" id="{F8305DCD-49B7-7797-3B02-798F43A38B15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;p17">
            <a:extLst>
              <a:ext uri="{FF2B5EF4-FFF2-40B4-BE49-F238E27FC236}">
                <a16:creationId xmlns:a16="http://schemas.microsoft.com/office/drawing/2014/main" id="{9F7C3918-CD84-D8FC-F4B3-CE1721CBB6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0300" y="521225"/>
            <a:ext cx="527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8C68"/>
              </a:buClr>
              <a:buSzPts val="2800"/>
              <a:buFont typeface="Helvetica Neue"/>
              <a:buNone/>
              <a:defRPr sz="3600" b="1">
                <a:solidFill>
                  <a:srgbClr val="628C68"/>
                </a:solidFill>
                <a:latin typeface="Franklin Gothic Medium" panose="020B0603020102020204" pitchFamily="34" charset="0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535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Helvetica" pitchFamily="2" charset="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3600" b="1">
                <a:solidFill>
                  <a:srgbClr val="628C68"/>
                </a:solidFill>
                <a:latin typeface="Franklin Gothic Medium" panose="020B06030201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Franklin Gothic Medium" panose="020B060302010202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09808" y="1228151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000">
                <a:solidFill>
                  <a:schemeClr val="tx1"/>
                </a:solidFill>
                <a:latin typeface="Helvetica Neue" panose="020B0604020202020204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2" name="Google Shape;30;p17" descr="Afbeelding met Lettertype, Elektrisch blauw, symbool, tekst&#10;&#10;Automatisch gegenereerde beschrijving">
            <a:extLst>
              <a:ext uri="{FF2B5EF4-FFF2-40B4-BE49-F238E27FC236}">
                <a16:creationId xmlns:a16="http://schemas.microsoft.com/office/drawing/2014/main" id="{751B4BC6-3289-CFE3-1DB5-DBCDD44014C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7951" y="4620603"/>
            <a:ext cx="1662075" cy="3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1;p17">
            <a:extLst>
              <a:ext uri="{FF2B5EF4-FFF2-40B4-BE49-F238E27FC236}">
                <a16:creationId xmlns:a16="http://schemas.microsoft.com/office/drawing/2014/main" id="{2D703748-DE0F-38F4-6B88-3240B58F90E0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074" y="176377"/>
            <a:ext cx="2416374" cy="8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2;p17">
            <a:extLst>
              <a:ext uri="{FF2B5EF4-FFF2-40B4-BE49-F238E27FC236}">
                <a16:creationId xmlns:a16="http://schemas.microsoft.com/office/drawing/2014/main" id="{6E0A7E80-7927-B464-B2C8-1B422A5FB3E7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99300" y="-2714401"/>
            <a:ext cx="8487275" cy="42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3;p17">
            <a:extLst>
              <a:ext uri="{FF2B5EF4-FFF2-40B4-BE49-F238E27FC236}">
                <a16:creationId xmlns:a16="http://schemas.microsoft.com/office/drawing/2014/main" id="{AD93FD38-D378-DD57-BF45-B5812EA92494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 rot="4835363">
            <a:off x="5302224" y="206840"/>
            <a:ext cx="9144001" cy="4576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451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oi.unizg.hr/en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hyperlink" Target="https://www.escs.ipl.pt/home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hyperlink" Target="https://www.fh-vie.ac.at/en/" TargetMode="External"/><Relationship Id="rId10" Type="http://schemas.openxmlformats.org/officeDocument/2006/relationships/image" Target="../media/image9.svg"/><Relationship Id="rId4" Type="http://schemas.openxmlformats.org/officeDocument/2006/relationships/image" Target="../media/image5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i-hed/" TargetMode="External"/><Relationship Id="rId2" Type="http://schemas.openxmlformats.org/officeDocument/2006/relationships/hyperlink" Target="https://ai-hed.eu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info@ai-hed.eu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ai-hed.eu" TargetMode="External"/><Relationship Id="rId2" Type="http://schemas.openxmlformats.org/officeDocument/2006/relationships/hyperlink" Target="https://ai-hed.eu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63BEC4-07F2-8346-8D16-8478819911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Title</a:t>
            </a:r>
            <a:endParaRPr lang="pt-PT">
              <a:latin typeface="Arial"/>
              <a:cs typeface="Arial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F8AB27A-BB62-7A87-9273-ABF18A282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Subtitle</a:t>
            </a:r>
            <a:r>
              <a:rPr lang="pt-PT">
                <a:latin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050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6028A-AA1E-38E9-A746-76CA696F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Title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419F8B-DCE3-1D5E-7CE5-69E9B038A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3665"/>
            <a:r>
              <a:rPr lang="pt-PT" err="1">
                <a:latin typeface="Arial"/>
                <a:cs typeface="Arial"/>
              </a:rPr>
              <a:t>Paragraph</a:t>
            </a:r>
          </a:p>
        </p:txBody>
      </p:sp>
    </p:spTree>
    <p:extLst>
      <p:ext uri="{BB962C8B-B14F-4D97-AF65-F5344CB8AC3E}">
        <p14:creationId xmlns:p14="http://schemas.microsoft.com/office/powerpoint/2010/main" val="539926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93DF4-EEA5-B695-9409-C64A8D22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Title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203F851-98AE-63C7-D382-EDD689121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3665"/>
            <a:r>
              <a:rPr lang="pt-PT" err="1">
                <a:latin typeface="Arial"/>
                <a:cs typeface="Arial"/>
              </a:rPr>
              <a:t>Paragraph</a:t>
            </a:r>
          </a:p>
        </p:txBody>
      </p:sp>
    </p:spTree>
    <p:extLst>
      <p:ext uri="{BB962C8B-B14F-4D97-AF65-F5344CB8AC3E}">
        <p14:creationId xmlns:p14="http://schemas.microsoft.com/office/powerpoint/2010/main" val="26178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66563-4F06-EE56-6EB5-A240EB376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err="1">
                <a:latin typeface="Arial"/>
              </a:rPr>
              <a:t>Paragraph</a:t>
            </a:r>
            <a:endParaRPr lang="pt-PT">
              <a:latin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7E6CBB-66A6-E9FB-7DD4-F7CB6408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err="1">
                <a:latin typeface="Arial"/>
                <a:cs typeface="Arial"/>
              </a:rPr>
              <a:t>Title</a:t>
            </a:r>
            <a:endParaRPr lang="pt-PT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050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293519-22BD-B208-6D28-CDB93B5A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err="1">
                <a:latin typeface="Franklin Gothic Medium"/>
              </a:rPr>
              <a:t>Title</a:t>
            </a:r>
            <a:endParaRPr lang="pt-PT" err="1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136A476-FD41-425E-5AB6-6B8E7BE2E6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err="1">
                <a:latin typeface="Franklin Gothic Medium"/>
              </a:rPr>
              <a:t>Subtitle</a:t>
            </a:r>
            <a:endParaRPr lang="pt-PT" err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1458B7-3EAA-0205-BDF3-9F9B9FE9236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PT" err="1">
                <a:latin typeface="Helvetica Neue"/>
              </a:rPr>
              <a:t>Paragraph</a:t>
            </a:r>
            <a:endParaRPr lang="pt-PT" err="1"/>
          </a:p>
        </p:txBody>
      </p:sp>
    </p:spTree>
    <p:extLst>
      <p:ext uri="{BB962C8B-B14F-4D97-AF65-F5344CB8AC3E}">
        <p14:creationId xmlns:p14="http://schemas.microsoft.com/office/powerpoint/2010/main" val="358370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D5C29-E164-6D55-92E7-7C3FE2D1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3600" err="1">
                <a:latin typeface="Arial"/>
                <a:cs typeface="Arial"/>
              </a:rPr>
              <a:t>Key</a:t>
            </a:r>
            <a:r>
              <a:rPr lang="pt-PT" sz="3600">
                <a:latin typeface="Arial"/>
                <a:cs typeface="Arial"/>
              </a:rPr>
              <a:t> </a:t>
            </a:r>
            <a:r>
              <a:rPr lang="pt-PT" sz="3600" err="1">
                <a:latin typeface="Arial"/>
                <a:cs typeface="Arial"/>
              </a:rPr>
              <a:t>Facts</a:t>
            </a:r>
            <a:endParaRPr lang="pt-PT" sz="3600">
              <a:latin typeface="Arial"/>
              <a:cs typeface="Arial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329AEE-E2D1-DEC4-421D-1130FDD84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300" y="1382662"/>
            <a:ext cx="7367400" cy="2837700"/>
          </a:xfrm>
        </p:spPr>
        <p:txBody>
          <a:bodyPr/>
          <a:lstStyle/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Erasmus+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Strategic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Partnership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(KA2)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 b="1">
                <a:solidFill>
                  <a:schemeClr val="dk1"/>
                </a:solidFill>
                <a:latin typeface="Arial"/>
                <a:cs typeface="Arial"/>
              </a:rPr>
              <a:t>Project </a:t>
            </a:r>
            <a:r>
              <a:rPr lang="pt-PT" b="1" err="1">
                <a:solidFill>
                  <a:schemeClr val="dk1"/>
                </a:solidFill>
                <a:latin typeface="Arial"/>
                <a:cs typeface="Arial"/>
              </a:rPr>
              <a:t>Code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: </a:t>
            </a:r>
            <a:r>
              <a:rPr lang="pt-PT">
                <a:solidFill>
                  <a:schemeClr val="dk1"/>
                </a:solidFill>
                <a:highlight>
                  <a:srgbClr val="FFFFFF"/>
                </a:highlight>
                <a:latin typeface="Arial"/>
                <a:cs typeface="Arial"/>
              </a:rPr>
              <a:t>2024-1-NL01-KA220-HED-000248874 </a:t>
            </a:r>
            <a:endParaRPr lang="pt-PT">
              <a:solidFill>
                <a:schemeClr val="dk1"/>
              </a:solidFill>
              <a:latin typeface="Arial"/>
              <a:cs typeface="Arial"/>
            </a:endParaRPr>
          </a:p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 b="1" err="1">
                <a:solidFill>
                  <a:schemeClr val="dk1"/>
                </a:solidFill>
                <a:latin typeface="Arial"/>
                <a:cs typeface="Arial"/>
              </a:rPr>
              <a:t>Duration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: 24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months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(1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September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2024 – 31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August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2026) 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457200" indent="-317500">
              <a:lnSpc>
                <a:spcPct val="150000"/>
              </a:lnSpc>
              <a:buFont typeface="Helvetica Neue,Sans-Serif"/>
            </a:pP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4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higher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education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institutions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(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HEIs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)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Amsterdam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Applied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Sciences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Applied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Sciences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BFI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Vienna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School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Communication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and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Media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Studies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,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Polytechnic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Lisbon</a:t>
            </a:r>
            <a:endParaRPr lang="en-US">
              <a:solidFill>
                <a:schemeClr val="dk1"/>
              </a:solidFill>
              <a:latin typeface="Arial"/>
              <a:cs typeface="Arial"/>
            </a:endParaRPr>
          </a:p>
          <a:p>
            <a:pPr marL="914400" lvl="1" indent="-304800">
              <a:lnSpc>
                <a:spcPct val="150000"/>
              </a:lnSpc>
              <a:buFont typeface="Helvetica Neue,Sans-Serif"/>
              <a:buChar char="○"/>
            </a:pP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University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Zagreb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Faculty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of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Organization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and</a:t>
            </a:r>
            <a:r>
              <a:rPr lang="pt-PT">
                <a:solidFill>
                  <a:schemeClr val="dk1"/>
                </a:solidFill>
                <a:latin typeface="Arial"/>
                <a:cs typeface="Arial"/>
              </a:rPr>
              <a:t> </a:t>
            </a:r>
            <a:r>
              <a:rPr lang="pt-PT" err="1">
                <a:solidFill>
                  <a:schemeClr val="dk1"/>
                </a:solidFill>
                <a:latin typeface="Arial"/>
                <a:cs typeface="Arial"/>
              </a:rPr>
              <a:t>Informatics</a:t>
            </a:r>
            <a:endParaRPr lang="pt-PT">
              <a:solidFill>
                <a:schemeClr val="dk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724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24C1D-8D45-2C1C-4968-576E17EF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3600">
                <a:latin typeface="Arial"/>
                <a:cs typeface="Arial"/>
              </a:rPr>
              <a:t>AI-HED Team</a:t>
            </a:r>
          </a:p>
        </p:txBody>
      </p:sp>
      <p:pic>
        <p:nvPicPr>
          <p:cNvPr id="7" name="Gráfico 6" descr="School of Communication and Media Studies">
            <a:hlinkClick r:id="rId2"/>
            <a:extLst>
              <a:ext uri="{FF2B5EF4-FFF2-40B4-BE49-F238E27FC236}">
                <a16:creationId xmlns:a16="http://schemas.microsoft.com/office/drawing/2014/main" id="{CBFD3A70-1E74-E091-E9A6-F9C3E48AD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8188" y="1705514"/>
            <a:ext cx="2505075" cy="762000"/>
          </a:xfrm>
          <a:prstGeom prst="rect">
            <a:avLst/>
          </a:prstGeom>
        </p:spPr>
      </p:pic>
      <p:pic>
        <p:nvPicPr>
          <p:cNvPr id="8" name="Gráfico 7" descr="University of Applied Sciences BFI Vienna - economics management finance">
            <a:hlinkClick r:id="rId5"/>
            <a:extLst>
              <a:ext uri="{FF2B5EF4-FFF2-40B4-BE49-F238E27FC236}">
                <a16:creationId xmlns:a16="http://schemas.microsoft.com/office/drawing/2014/main" id="{CFDC9E89-1ECA-C43D-3EE0-498C68316C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0394" y="2977910"/>
            <a:ext cx="1676400" cy="762000"/>
          </a:xfrm>
          <a:prstGeom prst="rect">
            <a:avLst/>
          </a:prstGeom>
        </p:spPr>
      </p:pic>
      <p:pic>
        <p:nvPicPr>
          <p:cNvPr id="9" name="Gráfico 8" descr="University Of Zagreb Faculty Of Organization And Informatics Varazdin">
            <a:hlinkClick r:id="rId8"/>
            <a:extLst>
              <a:ext uri="{FF2B5EF4-FFF2-40B4-BE49-F238E27FC236}">
                <a16:creationId xmlns:a16="http://schemas.microsoft.com/office/drawing/2014/main" id="{F0F2C197-62D3-8A43-2445-346CF8571D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740" y="3139454"/>
            <a:ext cx="2743200" cy="438912"/>
          </a:xfrm>
          <a:prstGeom prst="rect">
            <a:avLst/>
          </a:prstGeom>
        </p:spPr>
      </p:pic>
      <p:pic>
        <p:nvPicPr>
          <p:cNvPr id="3" name="Gráfico 2" descr="Amsterdam University of Applied Sciences">
            <a:extLst>
              <a:ext uri="{FF2B5EF4-FFF2-40B4-BE49-F238E27FC236}">
                <a16:creationId xmlns:a16="http://schemas.microsoft.com/office/drawing/2014/main" id="{938A4D19-B0D3-0042-D316-34CFB89E84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6995" y="1845278"/>
            <a:ext cx="2743198" cy="4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1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24C1D-8D45-2C1C-4968-576E17EF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err="1">
                <a:latin typeface="Arial"/>
                <a:cs typeface="Arial"/>
              </a:rPr>
              <a:t>Reach</a:t>
            </a:r>
            <a:r>
              <a:rPr lang="pt-PT">
                <a:latin typeface="Arial"/>
                <a:cs typeface="Arial"/>
              </a:rPr>
              <a:t> </a:t>
            </a:r>
            <a:r>
              <a:rPr lang="pt-PT" err="1">
                <a:latin typeface="Arial"/>
                <a:cs typeface="Arial"/>
              </a:rPr>
              <a:t>us</a:t>
            </a:r>
            <a:endParaRPr lang="pt-PT" err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D9AC6FF-3A26-2DB8-B3D2-BCBDD0DB4E07}"/>
              </a:ext>
            </a:extLst>
          </p:cNvPr>
          <p:cNvSpPr txBox="1"/>
          <p:nvPr/>
        </p:nvSpPr>
        <p:spPr>
          <a:xfrm>
            <a:off x="1311443" y="1778762"/>
            <a:ext cx="599562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000" b="1">
                <a:solidFill>
                  <a:srgbClr val="628C68"/>
                </a:solidFill>
              </a:rPr>
              <a:t>Website: </a:t>
            </a:r>
            <a:r>
              <a:rPr lang="pt-PT" sz="2000">
                <a:solidFill>
                  <a:srgbClr val="628C6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ai-hed.eu</a:t>
            </a:r>
            <a:r>
              <a:rPr lang="pt-PT" sz="2000">
                <a:solidFill>
                  <a:srgbClr val="628C68"/>
                </a:solidFill>
              </a:rPr>
              <a:t> </a:t>
            </a:r>
          </a:p>
          <a:p>
            <a:endParaRPr lang="pt-PT" sz="2000" b="1">
              <a:solidFill>
                <a:srgbClr val="628C68"/>
              </a:solidFill>
            </a:endParaRPr>
          </a:p>
          <a:p>
            <a:endParaRPr lang="pt-PT" sz="2000" b="1">
              <a:solidFill>
                <a:srgbClr val="628C68"/>
              </a:solidFill>
            </a:endParaRPr>
          </a:p>
          <a:p>
            <a:r>
              <a:rPr lang="pt-PT" sz="2000" b="1" err="1">
                <a:solidFill>
                  <a:srgbClr val="628C68"/>
                </a:solidFill>
              </a:rPr>
              <a:t>Linkedin</a:t>
            </a:r>
            <a:r>
              <a:rPr lang="pt-PT" sz="2000" b="1">
                <a:solidFill>
                  <a:srgbClr val="628C68"/>
                </a:solidFill>
              </a:rPr>
              <a:t>: </a:t>
            </a:r>
            <a:r>
              <a:rPr lang="pt-PT" sz="2000">
                <a:solidFill>
                  <a:srgbClr val="628C6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linkedin.com/company/ai-hed/</a:t>
            </a:r>
            <a:r>
              <a:rPr lang="pt-PT" sz="2000">
                <a:solidFill>
                  <a:srgbClr val="628C68"/>
                </a:solidFill>
              </a:rPr>
              <a:t> </a:t>
            </a:r>
          </a:p>
          <a:p>
            <a:endParaRPr lang="pt-PT" sz="2000" b="1">
              <a:solidFill>
                <a:srgbClr val="628C68"/>
              </a:solidFill>
            </a:endParaRPr>
          </a:p>
          <a:p>
            <a:endParaRPr lang="pt-PT" sz="2000" b="1">
              <a:solidFill>
                <a:srgbClr val="628C68"/>
              </a:solidFill>
            </a:endParaRPr>
          </a:p>
          <a:p>
            <a:r>
              <a:rPr lang="pt-PT" sz="2000" b="1">
                <a:solidFill>
                  <a:srgbClr val="628C68"/>
                </a:solidFill>
              </a:rPr>
              <a:t>Email:</a:t>
            </a:r>
            <a:r>
              <a:rPr lang="pt-PT" sz="2000">
                <a:solidFill>
                  <a:srgbClr val="628C68"/>
                </a:solidFill>
              </a:rPr>
              <a:t> </a:t>
            </a:r>
            <a:r>
              <a:rPr lang="pt-PT" sz="2000">
                <a:solidFill>
                  <a:srgbClr val="628C6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info@ai-hed.eu</a:t>
            </a:r>
            <a:r>
              <a:rPr lang="pt-PT" sz="2000">
                <a:solidFill>
                  <a:srgbClr val="628C68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6895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24C1D-8D45-2C1C-4968-576E17EF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3600" err="1">
                <a:latin typeface="Arial"/>
                <a:cs typeface="Arial"/>
              </a:rPr>
              <a:t>Need</a:t>
            </a:r>
            <a:r>
              <a:rPr lang="pt-PT" sz="3600">
                <a:latin typeface="Arial"/>
                <a:cs typeface="Arial"/>
              </a:rPr>
              <a:t> </a:t>
            </a:r>
            <a:r>
              <a:rPr lang="pt-PT" sz="3600" err="1">
                <a:latin typeface="Arial"/>
                <a:cs typeface="Arial"/>
              </a:rPr>
              <a:t>help</a:t>
            </a:r>
            <a:r>
              <a:rPr lang="pt-PT" sz="3600">
                <a:latin typeface="Arial"/>
                <a:cs typeface="Arial"/>
              </a:rPr>
              <a:t>?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560FBE6-35A4-22F9-1F95-FB6819C78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27" y="1533475"/>
            <a:ext cx="7519773" cy="283770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pt-PT" sz="3200" b="1" err="1">
                <a:solidFill>
                  <a:schemeClr val="tx1"/>
                </a:solidFill>
                <a:latin typeface="Arial"/>
                <a:cs typeface="Arial"/>
              </a:rPr>
              <a:t>Contacts</a:t>
            </a:r>
            <a:endParaRPr lang="pt-PT" sz="3200" b="1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14999"/>
              </a:lnSpc>
              <a:buNone/>
            </a:pPr>
            <a:endParaRPr lang="pt-PT">
              <a:latin typeface="Arial"/>
              <a:cs typeface="Arial"/>
            </a:endParaRPr>
          </a:p>
          <a:p>
            <a:pPr>
              <a:lnSpc>
                <a:spcPct val="114999"/>
              </a:lnSpc>
              <a:buNone/>
            </a:pPr>
            <a:r>
              <a:rPr lang="pt-PT" err="1">
                <a:latin typeface="Arial"/>
                <a:cs typeface="Arial"/>
              </a:rPr>
              <a:t>Name</a:t>
            </a:r>
            <a:r>
              <a:rPr lang="pt-PT">
                <a:latin typeface="Arial"/>
                <a:cs typeface="Arial"/>
              </a:rPr>
              <a:t> — email</a:t>
            </a:r>
          </a:p>
          <a:p>
            <a:pPr>
              <a:lnSpc>
                <a:spcPct val="114999"/>
              </a:lnSpc>
              <a:buNone/>
            </a:pPr>
            <a:r>
              <a:rPr lang="pt-PT" err="1">
                <a:latin typeface="Arial"/>
                <a:cs typeface="Arial"/>
              </a:rPr>
              <a:t>Name</a:t>
            </a:r>
            <a:r>
              <a:rPr lang="pt-PT">
                <a:latin typeface="Arial"/>
                <a:cs typeface="Arial"/>
              </a:rPr>
              <a:t> — email</a:t>
            </a:r>
          </a:p>
          <a:p>
            <a:pPr>
              <a:lnSpc>
                <a:spcPct val="114999"/>
              </a:lnSpc>
              <a:buNone/>
            </a:pPr>
            <a:r>
              <a:rPr lang="pt-PT" err="1">
                <a:latin typeface="Arial"/>
                <a:cs typeface="Arial"/>
              </a:rPr>
              <a:t>Name</a:t>
            </a:r>
            <a:r>
              <a:rPr lang="pt-PT">
                <a:latin typeface="Arial"/>
                <a:cs typeface="Arial"/>
              </a:rPr>
              <a:t> — email</a:t>
            </a:r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19A9EB04-F2AC-BCFA-1FD7-80E3C3056084}"/>
              </a:ext>
            </a:extLst>
          </p:cNvPr>
          <p:cNvSpPr txBox="1"/>
          <p:nvPr/>
        </p:nvSpPr>
        <p:spPr>
          <a:xfrm>
            <a:off x="3264085" y="4660935"/>
            <a:ext cx="2629499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b="1" u="sng">
                <a:solidFill>
                  <a:srgbClr val="628C6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ai-hed.eu</a:t>
            </a:r>
            <a:r>
              <a:rPr lang="pt-PT">
                <a:solidFill>
                  <a:srgbClr val="628C68"/>
                </a:solidFill>
              </a:rPr>
              <a:t>    |   </a:t>
            </a:r>
            <a:r>
              <a:rPr lang="pt-PT" b="1">
                <a:solidFill>
                  <a:srgbClr val="628C68"/>
                </a:solidFill>
              </a:rPr>
              <a:t> </a:t>
            </a:r>
            <a:r>
              <a:rPr lang="pt-PT">
                <a:solidFill>
                  <a:srgbClr val="628C6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info@ai-hed.eu</a:t>
            </a:r>
            <a:r>
              <a:rPr lang="pt-PT">
                <a:solidFill>
                  <a:srgbClr val="628C68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75175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22ed8fc-7891-484f-87e7-8b3d6e7f6418" xsi:nil="true"/>
    <lcf76f155ced4ddcb4097134ff3c332f xmlns="17a99280-2c62-4fae-91c7-96cb77b2277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D96A8FF19A349836A22ACA896A866" ma:contentTypeVersion="17" ma:contentTypeDescription="Create a new document." ma:contentTypeScope="" ma:versionID="ecd01839bbf18eba2390e756d7b8792e">
  <xsd:schema xmlns:xsd="http://www.w3.org/2001/XMLSchema" xmlns:xs="http://www.w3.org/2001/XMLSchema" xmlns:p="http://schemas.microsoft.com/office/2006/metadata/properties" xmlns:ns2="17a99280-2c62-4fae-91c7-96cb77b2277f" xmlns:ns3="622ed8fc-7891-484f-87e7-8b3d6e7f6418" targetNamespace="http://schemas.microsoft.com/office/2006/metadata/properties" ma:root="true" ma:fieldsID="423b7c4ea698b29ac4397c1b24f27d17" ns2:_="" ns3:_="">
    <xsd:import namespace="17a99280-2c62-4fae-91c7-96cb77b2277f"/>
    <xsd:import namespace="622ed8fc-7891-484f-87e7-8b3d6e7f64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a99280-2c62-4fae-91c7-96cb77b227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2d39682-ccf7-48d8-962f-2ca2d3d56b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2ed8fc-7891-484f-87e7-8b3d6e7f641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f1a6c79a-9780-4a0d-8f88-84289ed213cb}" ma:internalName="TaxCatchAll" ma:showField="CatchAllData" ma:web="622ed8fc-7891-484f-87e7-8b3d6e7f64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97EBA1-249B-4672-B175-9852936080FD}">
  <ds:schemaRefs>
    <ds:schemaRef ds:uri="17a99280-2c62-4fae-91c7-96cb77b2277f"/>
    <ds:schemaRef ds:uri="622ed8fc-7891-484f-87e7-8b3d6e7f6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A36E90F-FAA7-449A-AADC-667A01A70DCB}"/>
</file>

<file path=customXml/itemProps3.xml><?xml version="1.0" encoding="utf-8"?>
<ds:datastoreItem xmlns:ds="http://schemas.openxmlformats.org/officeDocument/2006/customXml" ds:itemID="{1A240DE7-94B0-4AD2-AC41-5A2324F541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Simple Light</vt:lpstr>
      <vt:lpstr>PowerPoint Presentation</vt:lpstr>
      <vt:lpstr>Title</vt:lpstr>
      <vt:lpstr>Title</vt:lpstr>
      <vt:lpstr>Title</vt:lpstr>
      <vt:lpstr>Title</vt:lpstr>
      <vt:lpstr>Title</vt:lpstr>
      <vt:lpstr>Key Facts</vt:lpstr>
      <vt:lpstr>AI-HED Team</vt:lpstr>
      <vt:lpstr>Reach us</vt:lpstr>
      <vt:lpstr>Need help?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Tatiana Nunes</dc:creator>
  <cp:revision>1</cp:revision>
  <dcterms:modified xsi:type="dcterms:W3CDTF">2024-11-11T15:11:19Z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0x010100EB1D96A8FF19A349836A22ACA896A866</vt:lpwstr>
  </property>
  <property fmtid="{D5CDD505-2E9C-101B-9397-08002B2CF9AE}" pid="3" name="MediaServiceImageTags">
    <vt:lpwstr/>
  </property>
</Properties>
</file>