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2"/>
  </p:notesMasterIdLst>
  <p:sldIdLst>
    <p:sldId id="256" r:id="rId5"/>
    <p:sldId id="271" r:id="rId6"/>
    <p:sldId id="272" r:id="rId7"/>
    <p:sldId id="279" r:id="rId8"/>
    <p:sldId id="280" r:id="rId9"/>
    <p:sldId id="282" r:id="rId10"/>
    <p:sldId id="270" r:id="rId11"/>
  </p:sldIdLst>
  <p:sldSz cx="9144000" cy="5143500" type="screen16x9"/>
  <p:notesSz cx="6858000" cy="9144000"/>
  <p:embeddedFontLst>
    <p:embeddedFont>
      <p:font typeface="Franklin Gothic Medium" panose="020B0603020102020204" pitchFamily="34" charset="0"/>
      <p:regular r:id="rId13"/>
      <p:italic r:id="rId14"/>
    </p:embeddedFont>
    <p:embeddedFont>
      <p:font typeface="Helvetica" panose="020B0604020202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8C68"/>
    <a:srgbClr val="0F84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709FCE-ACDD-D948-F9C6-3960AB0A1617}" v="53" dt="2024-11-11T15:10:24.514"/>
    <p1510:client id="{DC496B58-37D6-43A0-6F78-3AFE712DA9D8}" v="2" dt="2024-11-11T14:39:49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tiana Nunes" userId="f65edf28-f975-4a3f-bf89-42b814f5fe93" providerId="ADAL" clId="{D529E8B3-F169-4A7C-B7B7-A86689A4A8C7}"/>
    <pc:docChg chg="undo custSel modSld sldOrd modMainMaster">
      <pc:chgData name="Tatiana Nunes" userId="f65edf28-f975-4a3f-bf89-42b814f5fe93" providerId="ADAL" clId="{D529E8B3-F169-4A7C-B7B7-A86689A4A8C7}" dt="2024-11-06T23:29:32.471" v="12" actId="207"/>
      <pc:docMkLst>
        <pc:docMk/>
      </pc:docMkLst>
      <pc:sldChg chg="modSp ord">
        <pc:chgData name="Tatiana Nunes" userId="f65edf28-f975-4a3f-bf89-42b814f5fe93" providerId="ADAL" clId="{D529E8B3-F169-4A7C-B7B7-A86689A4A8C7}" dt="2024-11-06T23:24:05.439" v="5"/>
        <pc:sldMkLst>
          <pc:docMk/>
          <pc:sldMk cId="2724212483" sldId="273"/>
        </pc:sldMkLst>
        <pc:picChg chg="mod">
          <ac:chgData name="Tatiana Nunes" userId="f65edf28-f975-4a3f-bf89-42b814f5fe93" providerId="ADAL" clId="{D529E8B3-F169-4A7C-B7B7-A86689A4A8C7}" dt="2024-11-06T23:22:53.392" v="0"/>
          <ac:picMkLst>
            <pc:docMk/>
            <pc:sldMk cId="2724212483" sldId="273"/>
            <ac:picMk id="6" creationId="{21885194-42C8-B2D2-AC79-6C4846BC8CBA}"/>
          </ac:picMkLst>
        </pc:picChg>
        <pc:picChg chg="mod">
          <ac:chgData name="Tatiana Nunes" userId="f65edf28-f975-4a3f-bf89-42b814f5fe93" providerId="ADAL" clId="{D529E8B3-F169-4A7C-B7B7-A86689A4A8C7}" dt="2024-11-06T23:23:26.082" v="1"/>
          <ac:picMkLst>
            <pc:docMk/>
            <pc:sldMk cId="2724212483" sldId="273"/>
            <ac:picMk id="7" creationId="{CBFD3A70-1E74-E091-E9A6-F9C3E48AD3D1}"/>
          </ac:picMkLst>
        </pc:picChg>
        <pc:picChg chg="mod">
          <ac:chgData name="Tatiana Nunes" userId="f65edf28-f975-4a3f-bf89-42b814f5fe93" providerId="ADAL" clId="{D529E8B3-F169-4A7C-B7B7-A86689A4A8C7}" dt="2024-11-06T23:23:36.051" v="2"/>
          <ac:picMkLst>
            <pc:docMk/>
            <pc:sldMk cId="2724212483" sldId="273"/>
            <ac:picMk id="8" creationId="{CFDC9E89-1ECA-C43D-3EE0-498C68316C28}"/>
          </ac:picMkLst>
        </pc:picChg>
        <pc:picChg chg="mod">
          <ac:chgData name="Tatiana Nunes" userId="f65edf28-f975-4a3f-bf89-42b814f5fe93" providerId="ADAL" clId="{D529E8B3-F169-4A7C-B7B7-A86689A4A8C7}" dt="2024-11-06T23:24:05.439" v="5"/>
          <ac:picMkLst>
            <pc:docMk/>
            <pc:sldMk cId="2724212483" sldId="273"/>
            <ac:picMk id="9" creationId="{F0F2C197-62D3-8A43-2445-346CF8571D4E}"/>
          </ac:picMkLst>
        </pc:picChg>
      </pc:sldChg>
      <pc:sldMasterChg chg="modSldLayout">
        <pc:chgData name="Tatiana Nunes" userId="f65edf28-f975-4a3f-bf89-42b814f5fe93" providerId="ADAL" clId="{D529E8B3-F169-4A7C-B7B7-A86689A4A8C7}" dt="2024-11-06T23:29:32.471" v="12" actId="207"/>
        <pc:sldMasterMkLst>
          <pc:docMk/>
          <pc:sldMasterMk cId="0" sldId="2147483659"/>
        </pc:sldMasterMkLst>
        <pc:sldLayoutChg chg="modSp">
          <pc:chgData name="Tatiana Nunes" userId="f65edf28-f975-4a3f-bf89-42b814f5fe93" providerId="ADAL" clId="{D529E8B3-F169-4A7C-B7B7-A86689A4A8C7}" dt="2024-11-06T23:29:28.732" v="11" actId="207"/>
          <pc:sldLayoutMkLst>
            <pc:docMk/>
            <pc:sldMasterMk cId="0" sldId="2147483659"/>
            <pc:sldLayoutMk cId="0" sldId="2147483653"/>
          </pc:sldLayoutMkLst>
          <pc:spChg chg="mod">
            <ac:chgData name="Tatiana Nunes" userId="f65edf28-f975-4a3f-bf89-42b814f5fe93" providerId="ADAL" clId="{D529E8B3-F169-4A7C-B7B7-A86689A4A8C7}" dt="2024-11-06T23:29:28.732" v="11" actId="207"/>
            <ac:spMkLst>
              <pc:docMk/>
              <pc:sldMasterMk cId="0" sldId="2147483659"/>
              <pc:sldLayoutMk cId="0" sldId="2147483653"/>
              <ac:spMk id="30" creationId="{00000000-0000-0000-0000-000000000000}"/>
            </ac:spMkLst>
          </pc:spChg>
        </pc:sldLayoutChg>
        <pc:sldLayoutChg chg="modSp mod">
          <pc:chgData name="Tatiana Nunes" userId="f65edf28-f975-4a3f-bf89-42b814f5fe93" providerId="ADAL" clId="{D529E8B3-F169-4A7C-B7B7-A86689A4A8C7}" dt="2024-11-06T23:29:32.471" v="12" actId="207"/>
          <pc:sldLayoutMkLst>
            <pc:docMk/>
            <pc:sldMasterMk cId="0" sldId="2147483659"/>
            <pc:sldLayoutMk cId="0" sldId="2147483655"/>
          </pc:sldLayoutMkLst>
          <pc:spChg chg="mod">
            <ac:chgData name="Tatiana Nunes" userId="f65edf28-f975-4a3f-bf89-42b814f5fe93" providerId="ADAL" clId="{D529E8B3-F169-4A7C-B7B7-A86689A4A8C7}" dt="2024-11-06T23:27:33.883" v="7" actId="1076"/>
            <ac:spMkLst>
              <pc:docMk/>
              <pc:sldMasterMk cId="0" sldId="2147483659"/>
              <pc:sldLayoutMk cId="0" sldId="2147483655"/>
              <ac:spMk id="36" creationId="{00000000-0000-0000-0000-000000000000}"/>
            </ac:spMkLst>
          </pc:spChg>
          <pc:spChg chg="mod">
            <ac:chgData name="Tatiana Nunes" userId="f65edf28-f975-4a3f-bf89-42b814f5fe93" providerId="ADAL" clId="{D529E8B3-F169-4A7C-B7B7-A86689A4A8C7}" dt="2024-11-06T23:29:32.471" v="12" actId="207"/>
            <ac:spMkLst>
              <pc:docMk/>
              <pc:sldMasterMk cId="0" sldId="2147483659"/>
              <pc:sldLayoutMk cId="0" sldId="2147483655"/>
              <ac:spMk id="39" creationId="{00000000-0000-0000-0000-000000000000}"/>
            </ac:spMkLst>
          </pc:spChg>
        </pc:sldLayoutChg>
        <pc:sldLayoutChg chg="modSp mod">
          <pc:chgData name="Tatiana Nunes" userId="f65edf28-f975-4a3f-bf89-42b814f5fe93" providerId="ADAL" clId="{D529E8B3-F169-4A7C-B7B7-A86689A4A8C7}" dt="2024-11-06T23:27:58.436" v="10" actId="1076"/>
          <pc:sldLayoutMkLst>
            <pc:docMk/>
            <pc:sldMasterMk cId="0" sldId="2147483659"/>
            <pc:sldLayoutMk cId="3272048514" sldId="2147483663"/>
          </pc:sldLayoutMkLst>
          <pc:spChg chg="mod">
            <ac:chgData name="Tatiana Nunes" userId="f65edf28-f975-4a3f-bf89-42b814f5fe93" providerId="ADAL" clId="{D529E8B3-F169-4A7C-B7B7-A86689A4A8C7}" dt="2024-11-06T23:27:58.436" v="10" actId="1076"/>
            <ac:spMkLst>
              <pc:docMk/>
              <pc:sldMasterMk cId="0" sldId="2147483659"/>
              <pc:sldLayoutMk cId="3272048514" sldId="2147483663"/>
              <ac:spMk id="36" creationId="{00000000-0000-0000-0000-000000000000}"/>
            </ac:spMkLst>
          </pc:spChg>
        </pc:sldLayoutChg>
      </pc:sldMasterChg>
    </pc:docChg>
  </pc:docChgLst>
  <pc:docChgLst>
    <pc:chgData name="Tatiana Nunes" userId="S::tnunes_escs.ipl.pt#ext#@icthva.onmicrosoft.com::5aeca76f-71ac-46f7-9548-ae69a0693f54" providerId="AD" clId="Web-{EC4A7889-6D09-F68C-89D7-699CF7FBC437}"/>
    <pc:docChg chg="addSld modSld">
      <pc:chgData name="Tatiana Nunes" userId="S::tnunes_escs.ipl.pt#ext#@icthva.onmicrosoft.com::5aeca76f-71ac-46f7-9548-ae69a0693f54" providerId="AD" clId="Web-{EC4A7889-6D09-F68C-89D7-699CF7FBC437}" dt="2024-11-08T14:34:08.101" v="7"/>
      <pc:docMkLst>
        <pc:docMk/>
      </pc:docMkLst>
      <pc:sldChg chg="modSp">
        <pc:chgData name="Tatiana Nunes" userId="S::tnunes_escs.ipl.pt#ext#@icthva.onmicrosoft.com::5aeca76f-71ac-46f7-9548-ae69a0693f54" providerId="AD" clId="Web-{EC4A7889-6D09-F68C-89D7-699CF7FBC437}" dt="2024-11-08T14:28:56.216" v="6"/>
        <pc:sldMkLst>
          <pc:docMk/>
          <pc:sldMk cId="747517590" sldId="270"/>
        </pc:sldMkLst>
        <pc:spChg chg="mod">
          <ac:chgData name="Tatiana Nunes" userId="S::tnunes_escs.ipl.pt#ext#@icthva.onmicrosoft.com::5aeca76f-71ac-46f7-9548-ae69a0693f54" providerId="AD" clId="Web-{EC4A7889-6D09-F68C-89D7-699CF7FBC437}" dt="2024-11-08T14:28:56.185" v="5"/>
          <ac:spMkLst>
            <pc:docMk/>
            <pc:sldMk cId="747517590" sldId="270"/>
            <ac:spMk id="2" creationId="{C5224C1D-8D45-2C1C-4968-576E17EFF86D}"/>
          </ac:spMkLst>
        </pc:spChg>
        <pc:spChg chg="mod">
          <ac:chgData name="Tatiana Nunes" userId="S::tnunes_escs.ipl.pt#ext#@icthva.onmicrosoft.com::5aeca76f-71ac-46f7-9548-ae69a0693f54" providerId="AD" clId="Web-{EC4A7889-6D09-F68C-89D7-699CF7FBC437}" dt="2024-11-08T14:28:56.216" v="6"/>
          <ac:spMkLst>
            <pc:docMk/>
            <pc:sldMk cId="747517590" sldId="270"/>
            <ac:spMk id="3" creationId="{3560FBE6-35A4-22F9-1F95-FB6819C78733}"/>
          </ac:spMkLst>
        </pc:spChg>
      </pc:sldChg>
      <pc:sldChg chg="modSp">
        <pc:chgData name="Tatiana Nunes" userId="S::tnunes_escs.ipl.pt#ext#@icthva.onmicrosoft.com::5aeca76f-71ac-46f7-9548-ae69a0693f54" providerId="AD" clId="Web-{EC4A7889-6D09-F68C-89D7-699CF7FBC437}" dt="2024-11-08T14:28:42.528" v="1"/>
        <pc:sldMkLst>
          <pc:docMk/>
          <pc:sldMk cId="3670504368" sldId="271"/>
        </pc:sldMkLst>
        <pc:spChg chg="mod">
          <ac:chgData name="Tatiana Nunes" userId="S::tnunes_escs.ipl.pt#ext#@icthva.onmicrosoft.com::5aeca76f-71ac-46f7-9548-ae69a0693f54" providerId="AD" clId="Web-{EC4A7889-6D09-F68C-89D7-699CF7FBC437}" dt="2024-11-08T14:28:42.497" v="0"/>
          <ac:spMkLst>
            <pc:docMk/>
            <pc:sldMk cId="3670504368" sldId="271"/>
            <ac:spMk id="6" creationId="{6E63BEC4-07F2-8346-8D16-847881991124}"/>
          </ac:spMkLst>
        </pc:spChg>
        <pc:spChg chg="mod">
          <ac:chgData name="Tatiana Nunes" userId="S::tnunes_escs.ipl.pt#ext#@icthva.onmicrosoft.com::5aeca76f-71ac-46f7-9548-ae69a0693f54" providerId="AD" clId="Web-{EC4A7889-6D09-F68C-89D7-699CF7FBC437}" dt="2024-11-08T14:28:42.528" v="1"/>
          <ac:spMkLst>
            <pc:docMk/>
            <pc:sldMk cId="3670504368" sldId="271"/>
            <ac:spMk id="7" creationId="{2F8AB27A-BB62-7A87-9273-ABF18A282288}"/>
          </ac:spMkLst>
        </pc:spChg>
      </pc:sldChg>
      <pc:sldChg chg="modSp">
        <pc:chgData name="Tatiana Nunes" userId="S::tnunes_escs.ipl.pt#ext#@icthva.onmicrosoft.com::5aeca76f-71ac-46f7-9548-ae69a0693f54" providerId="AD" clId="Web-{EC4A7889-6D09-F68C-89D7-699CF7FBC437}" dt="2024-11-08T14:28:47.388" v="3"/>
        <pc:sldMkLst>
          <pc:docMk/>
          <pc:sldMk cId="51607385" sldId="272"/>
        </pc:sldMkLst>
        <pc:spChg chg="mod">
          <ac:chgData name="Tatiana Nunes" userId="S::tnunes_escs.ipl.pt#ext#@icthva.onmicrosoft.com::5aeca76f-71ac-46f7-9548-ae69a0693f54" providerId="AD" clId="Web-{EC4A7889-6D09-F68C-89D7-699CF7FBC437}" dt="2024-11-08T14:28:47.372" v="2"/>
          <ac:spMkLst>
            <pc:docMk/>
            <pc:sldMk cId="51607385" sldId="272"/>
            <ac:spMk id="4" creationId="{2593C828-F685-58CE-8A06-193E190F996C}"/>
          </ac:spMkLst>
        </pc:spChg>
        <pc:spChg chg="mod">
          <ac:chgData name="Tatiana Nunes" userId="S::tnunes_escs.ipl.pt#ext#@icthva.onmicrosoft.com::5aeca76f-71ac-46f7-9548-ae69a0693f54" providerId="AD" clId="Web-{EC4A7889-6D09-F68C-89D7-699CF7FBC437}" dt="2024-11-08T14:28:47.388" v="3"/>
          <ac:spMkLst>
            <pc:docMk/>
            <pc:sldMk cId="51607385" sldId="272"/>
            <ac:spMk id="5" creationId="{E747BA5F-A44C-6019-6AFD-AC470EF40CDE}"/>
          </ac:spMkLst>
        </pc:spChg>
      </pc:sldChg>
      <pc:sldChg chg="modSp">
        <pc:chgData name="Tatiana Nunes" userId="S::tnunes_escs.ipl.pt#ext#@icthva.onmicrosoft.com::5aeca76f-71ac-46f7-9548-ae69a0693f54" providerId="AD" clId="Web-{EC4A7889-6D09-F68C-89D7-699CF7FBC437}" dt="2024-11-08T14:28:52.154" v="4"/>
        <pc:sldMkLst>
          <pc:docMk/>
          <pc:sldMk cId="2724212483" sldId="273"/>
        </pc:sldMkLst>
        <pc:spChg chg="mod">
          <ac:chgData name="Tatiana Nunes" userId="S::tnunes_escs.ipl.pt#ext#@icthva.onmicrosoft.com::5aeca76f-71ac-46f7-9548-ae69a0693f54" providerId="AD" clId="Web-{EC4A7889-6D09-F68C-89D7-699CF7FBC437}" dt="2024-11-08T14:28:52.154" v="4"/>
          <ac:spMkLst>
            <pc:docMk/>
            <pc:sldMk cId="2724212483" sldId="273"/>
            <ac:spMk id="2" creationId="{C5224C1D-8D45-2C1C-4968-576E17EFF86D}"/>
          </ac:spMkLst>
        </pc:spChg>
      </pc:sldChg>
      <pc:sldChg chg="add">
        <pc:chgData name="Tatiana Nunes" userId="S::tnunes_escs.ipl.pt#ext#@icthva.onmicrosoft.com::5aeca76f-71ac-46f7-9548-ae69a0693f54" providerId="AD" clId="Web-{EC4A7889-6D09-F68C-89D7-699CF7FBC437}" dt="2024-11-08T14:34:08.101" v="7"/>
        <pc:sldMkLst>
          <pc:docMk/>
          <pc:sldMk cId="3057244917" sldId="279"/>
        </pc:sldMkLst>
      </pc:sldChg>
    </pc:docChg>
  </pc:docChgLst>
  <pc:docChgLst>
    <pc:chgData name="Tatiana Nunes" userId="S::tnunes_escs.ipl.pt#ext#@icthva.onmicrosoft.com::5aeca76f-71ac-46f7-9548-ae69a0693f54" providerId="AD" clId="Web-{DC496B58-37D6-43A0-6F78-3AFE712DA9D8}"/>
    <pc:docChg chg="addSld delSld">
      <pc:chgData name="Tatiana Nunes" userId="S::tnunes_escs.ipl.pt#ext#@icthva.onmicrosoft.com::5aeca76f-71ac-46f7-9548-ae69a0693f54" providerId="AD" clId="Web-{DC496B58-37D6-43A0-6F78-3AFE712DA9D8}" dt="2024-11-11T14:39:49.449" v="1"/>
      <pc:docMkLst>
        <pc:docMk/>
      </pc:docMkLst>
      <pc:sldChg chg="del">
        <pc:chgData name="Tatiana Nunes" userId="S::tnunes_escs.ipl.pt#ext#@icthva.onmicrosoft.com::5aeca76f-71ac-46f7-9548-ae69a0693f54" providerId="AD" clId="Web-{DC496B58-37D6-43A0-6F78-3AFE712DA9D8}" dt="2024-11-11T14:39:49.449" v="1"/>
        <pc:sldMkLst>
          <pc:docMk/>
          <pc:sldMk cId="2724212483" sldId="273"/>
        </pc:sldMkLst>
      </pc:sldChg>
      <pc:sldChg chg="add">
        <pc:chgData name="Tatiana Nunes" userId="S::tnunes_escs.ipl.pt#ext#@icthva.onmicrosoft.com::5aeca76f-71ac-46f7-9548-ae69a0693f54" providerId="AD" clId="Web-{DC496B58-37D6-43A0-6F78-3AFE712DA9D8}" dt="2024-11-11T14:39:47.777" v="0"/>
        <pc:sldMkLst>
          <pc:docMk/>
          <pc:sldMk cId="135262654" sldId="280"/>
        </pc:sldMkLst>
      </pc:sldChg>
    </pc:docChg>
  </pc:docChgLst>
  <pc:docChgLst>
    <pc:chgData name="Tatiana Nunes" userId="S::tnunes_escs.ipl.pt#ext#@icthva.onmicrosoft.com::5aeca76f-71ac-46f7-9548-ae69a0693f54" providerId="AD" clId="Web-{C8709FCE-ACDD-D948-F9C6-3960AB0A1617}"/>
    <pc:docChg chg="addSld delSld modSld">
      <pc:chgData name="Tatiana Nunes" userId="S::tnunes_escs.ipl.pt#ext#@icthva.onmicrosoft.com::5aeca76f-71ac-46f7-9548-ae69a0693f54" providerId="AD" clId="Web-{C8709FCE-ACDD-D948-F9C6-3960AB0A1617}" dt="2024-11-11T15:10:24.514" v="43" actId="1076"/>
      <pc:docMkLst>
        <pc:docMk/>
      </pc:docMkLst>
      <pc:sldChg chg="addSp delSp modSp">
        <pc:chgData name="Tatiana Nunes" userId="S::tnunes_escs.ipl.pt#ext#@icthva.onmicrosoft.com::5aeca76f-71ac-46f7-9548-ae69a0693f54" providerId="AD" clId="Web-{C8709FCE-ACDD-D948-F9C6-3960AB0A1617}" dt="2024-11-11T15:10:24.514" v="43" actId="1076"/>
        <pc:sldMkLst>
          <pc:docMk/>
          <pc:sldMk cId="747517590" sldId="270"/>
        </pc:sldMkLst>
        <pc:spChg chg="mod">
          <ac:chgData name="Tatiana Nunes" userId="S::tnunes_escs.ipl.pt#ext#@icthva.onmicrosoft.com::5aeca76f-71ac-46f7-9548-ae69a0693f54" providerId="AD" clId="Web-{C8709FCE-ACDD-D948-F9C6-3960AB0A1617}" dt="2024-11-11T14:48:55.209" v="5" actId="20577"/>
          <ac:spMkLst>
            <pc:docMk/>
            <pc:sldMk cId="747517590" sldId="270"/>
            <ac:spMk id="3" creationId="{3560FBE6-35A4-22F9-1F95-FB6819C78733}"/>
          </ac:spMkLst>
        </pc:spChg>
        <pc:spChg chg="add del mod">
          <ac:chgData name="Tatiana Nunes" userId="S::tnunes_escs.ipl.pt#ext#@icthva.onmicrosoft.com::5aeca76f-71ac-46f7-9548-ae69a0693f54" providerId="AD" clId="Web-{C8709FCE-ACDD-D948-F9C6-3960AB0A1617}" dt="2024-11-11T15:09:49.637" v="37"/>
          <ac:spMkLst>
            <pc:docMk/>
            <pc:sldMk cId="747517590" sldId="270"/>
            <ac:spMk id="5" creationId="{19A9EB04-F2AC-BCFA-1FD7-80E3C3056084}"/>
          </ac:spMkLst>
        </pc:spChg>
        <pc:spChg chg="add mod">
          <ac:chgData name="Tatiana Nunes" userId="S::tnunes_escs.ipl.pt#ext#@icthva.onmicrosoft.com::5aeca76f-71ac-46f7-9548-ae69a0693f54" providerId="AD" clId="Web-{C8709FCE-ACDD-D948-F9C6-3960AB0A1617}" dt="2024-11-11T15:10:24.514" v="43" actId="1076"/>
          <ac:spMkLst>
            <pc:docMk/>
            <pc:sldMk cId="747517590" sldId="270"/>
            <ac:spMk id="6" creationId="{19A9EB04-F2AC-BCFA-1FD7-80E3C3056084}"/>
          </ac:spMkLst>
        </pc:spChg>
      </pc:sldChg>
      <pc:sldChg chg="modSp">
        <pc:chgData name="Tatiana Nunes" userId="S::tnunes_escs.ipl.pt#ext#@icthva.onmicrosoft.com::5aeca76f-71ac-46f7-9548-ae69a0693f54" providerId="AD" clId="Web-{C8709FCE-ACDD-D948-F9C6-3960AB0A1617}" dt="2024-11-11T14:48:42.662" v="1" actId="20577"/>
        <pc:sldMkLst>
          <pc:docMk/>
          <pc:sldMk cId="3057244917" sldId="279"/>
        </pc:sldMkLst>
        <pc:spChg chg="mod">
          <ac:chgData name="Tatiana Nunes" userId="S::tnunes_escs.ipl.pt#ext#@icthva.onmicrosoft.com::5aeca76f-71ac-46f7-9548-ae69a0693f54" providerId="AD" clId="Web-{C8709FCE-ACDD-D948-F9C6-3960AB0A1617}" dt="2024-11-11T14:48:42.662" v="1" actId="20577"/>
          <ac:spMkLst>
            <pc:docMk/>
            <pc:sldMk cId="3057244917" sldId="279"/>
            <ac:spMk id="2" creationId="{5C4D5C29-E164-6D55-92E7-7C3FE2D1AA00}"/>
          </ac:spMkLst>
        </pc:spChg>
      </pc:sldChg>
      <pc:sldChg chg="modSp add del">
        <pc:chgData name="Tatiana Nunes" userId="S::tnunes_escs.ipl.pt#ext#@icthva.onmicrosoft.com::5aeca76f-71ac-46f7-9548-ae69a0693f54" providerId="AD" clId="Web-{C8709FCE-ACDD-D948-F9C6-3960AB0A1617}" dt="2024-11-11T15:07:29.211" v="13"/>
        <pc:sldMkLst>
          <pc:docMk/>
          <pc:sldMk cId="2006895978" sldId="282"/>
        </pc:sldMkLst>
        <pc:spChg chg="mod">
          <ac:chgData name="Tatiana Nunes" userId="S::tnunes_escs.ipl.pt#ext#@icthva.onmicrosoft.com::5aeca76f-71ac-46f7-9548-ae69a0693f54" providerId="AD" clId="Web-{C8709FCE-ACDD-D948-F9C6-3960AB0A1617}" dt="2024-11-11T14:57:23.429" v="10" actId="20577"/>
          <ac:spMkLst>
            <pc:docMk/>
            <pc:sldMk cId="2006895978" sldId="282"/>
            <ac:spMk id="4" creationId="{9D9AC6FF-3A26-2DB8-B3D2-BCBDD0DB4E07}"/>
          </ac:spMkLst>
        </pc:spChg>
      </pc:sldChg>
      <pc:sldChg chg="add del">
        <pc:chgData name="Tatiana Nunes" userId="S::tnunes_escs.ipl.pt#ext#@icthva.onmicrosoft.com::5aeca76f-71ac-46f7-9548-ae69a0693f54" providerId="AD" clId="Web-{C8709FCE-ACDD-D948-F9C6-3960AB0A1617}" dt="2024-11-11T15:07:32.774" v="14"/>
        <pc:sldMkLst>
          <pc:docMk/>
          <pc:sldMk cId="631001142" sldId="283"/>
        </pc:sldMkLst>
      </pc:sldChg>
    </pc:docChg>
  </pc:docChgLst>
  <pc:docChgLst>
    <pc:chgData name="Tatiana Nunes" userId="S::tnunes_escs.ipl.pt#ext#@icthva.onmicrosoft.com::5aeca76f-71ac-46f7-9548-ae69a0693f54" providerId="AD" clId="Web-{C9E70F79-8249-35AC-9166-BC53D7318E0E}"/>
    <pc:docChg chg="addSld modSld">
      <pc:chgData name="Tatiana Nunes" userId="S::tnunes_escs.ipl.pt#ext#@icthva.onmicrosoft.com::5aeca76f-71ac-46f7-9548-ae69a0693f54" providerId="AD" clId="Web-{C9E70F79-8249-35AC-9166-BC53D7318E0E}" dt="2024-11-06T23:21:26.205" v="18" actId="1076"/>
      <pc:docMkLst>
        <pc:docMk/>
      </pc:docMkLst>
      <pc:sldChg chg="addSp delSp modSp add replId">
        <pc:chgData name="Tatiana Nunes" userId="S::tnunes_escs.ipl.pt#ext#@icthva.onmicrosoft.com::5aeca76f-71ac-46f7-9548-ae69a0693f54" providerId="AD" clId="Web-{C9E70F79-8249-35AC-9166-BC53D7318E0E}" dt="2024-11-06T23:21:26.205" v="18" actId="1076"/>
        <pc:sldMkLst>
          <pc:docMk/>
          <pc:sldMk cId="2724212483" sldId="273"/>
        </pc:sldMkLst>
        <pc:spChg chg="mod">
          <ac:chgData name="Tatiana Nunes" userId="S::tnunes_escs.ipl.pt#ext#@icthva.onmicrosoft.com::5aeca76f-71ac-46f7-9548-ae69a0693f54" providerId="AD" clId="Web-{C9E70F79-8249-35AC-9166-BC53D7318E0E}" dt="2024-11-06T23:19:49.809" v="8" actId="20577"/>
          <ac:spMkLst>
            <pc:docMk/>
            <pc:sldMk cId="2724212483" sldId="273"/>
            <ac:spMk id="2" creationId="{C5224C1D-8D45-2C1C-4968-576E17EFF86D}"/>
          </ac:spMkLst>
        </pc:spChg>
        <pc:spChg chg="del">
          <ac:chgData name="Tatiana Nunes" userId="S::tnunes_escs.ipl.pt#ext#@icthva.onmicrosoft.com::5aeca76f-71ac-46f7-9548-ae69a0693f54" providerId="AD" clId="Web-{C9E70F79-8249-35AC-9166-BC53D7318E0E}" dt="2024-11-06T23:19:53.153" v="9"/>
          <ac:spMkLst>
            <pc:docMk/>
            <pc:sldMk cId="2724212483" sldId="273"/>
            <ac:spMk id="3" creationId="{3560FBE6-35A4-22F9-1F95-FB6819C78733}"/>
          </ac:spMkLst>
        </pc:spChg>
        <pc:spChg chg="add del mod">
          <ac:chgData name="Tatiana Nunes" userId="S::tnunes_escs.ipl.pt#ext#@icthva.onmicrosoft.com::5aeca76f-71ac-46f7-9548-ae69a0693f54" providerId="AD" clId="Web-{C9E70F79-8249-35AC-9166-BC53D7318E0E}" dt="2024-11-06T23:19:54.966" v="10"/>
          <ac:spMkLst>
            <pc:docMk/>
            <pc:sldMk cId="2724212483" sldId="273"/>
            <ac:spMk id="5" creationId="{C2C001C4-D742-8290-7992-416B5BCAD8D4}"/>
          </ac:spMkLst>
        </pc:spChg>
        <pc:picChg chg="add mod">
          <ac:chgData name="Tatiana Nunes" userId="S::tnunes_escs.ipl.pt#ext#@icthva.onmicrosoft.com::5aeca76f-71ac-46f7-9548-ae69a0693f54" providerId="AD" clId="Web-{C9E70F79-8249-35AC-9166-BC53D7318E0E}" dt="2024-11-06T23:20:42.999" v="12" actId="1076"/>
          <ac:picMkLst>
            <pc:docMk/>
            <pc:sldMk cId="2724212483" sldId="273"/>
            <ac:picMk id="6" creationId="{21885194-42C8-B2D2-AC79-6C4846BC8CBA}"/>
          </ac:picMkLst>
        </pc:picChg>
        <pc:picChg chg="add mod">
          <ac:chgData name="Tatiana Nunes" userId="S::tnunes_escs.ipl.pt#ext#@icthva.onmicrosoft.com::5aeca76f-71ac-46f7-9548-ae69a0693f54" providerId="AD" clId="Web-{C9E70F79-8249-35AC-9166-BC53D7318E0E}" dt="2024-11-06T23:20:53.235" v="14" actId="1076"/>
          <ac:picMkLst>
            <pc:docMk/>
            <pc:sldMk cId="2724212483" sldId="273"/>
            <ac:picMk id="7" creationId="{CBFD3A70-1E74-E091-E9A6-F9C3E48AD3D1}"/>
          </ac:picMkLst>
        </pc:picChg>
        <pc:picChg chg="add mod">
          <ac:chgData name="Tatiana Nunes" userId="S::tnunes_escs.ipl.pt#ext#@icthva.onmicrosoft.com::5aeca76f-71ac-46f7-9548-ae69a0693f54" providerId="AD" clId="Web-{C9E70F79-8249-35AC-9166-BC53D7318E0E}" dt="2024-11-06T23:21:10.861" v="16" actId="1076"/>
          <ac:picMkLst>
            <pc:docMk/>
            <pc:sldMk cId="2724212483" sldId="273"/>
            <ac:picMk id="8" creationId="{CFDC9E89-1ECA-C43D-3EE0-498C68316C28}"/>
          </ac:picMkLst>
        </pc:picChg>
        <pc:picChg chg="add mod">
          <ac:chgData name="Tatiana Nunes" userId="S::tnunes_escs.ipl.pt#ext#@icthva.onmicrosoft.com::5aeca76f-71ac-46f7-9548-ae69a0693f54" providerId="AD" clId="Web-{C9E70F79-8249-35AC-9166-BC53D7318E0E}" dt="2024-11-06T23:21:26.205" v="18" actId="1076"/>
          <ac:picMkLst>
            <pc:docMk/>
            <pc:sldMk cId="2724212483" sldId="273"/>
            <ac:picMk id="9" creationId="{F0F2C197-62D3-8A43-2445-346CF8571D4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preserve="1" userDrawn="1">
  <p:cSld name="Title slide 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11a867c5d8_0_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PT" smtClean="0"/>
              <a:pPr/>
              <a:t>‹nº›</a:t>
            </a:fld>
            <a:endParaRPr lang="pt-PT"/>
          </a:p>
        </p:txBody>
      </p:sp>
      <p:pic>
        <p:nvPicPr>
          <p:cNvPr id="22" name="Google Shape;22;g311a867c5d8_0_43" descr="Afbeelding met Lettertype, Elektrisch blauw, symbool, tekst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7951" y="4620603"/>
            <a:ext cx="1662075" cy="3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g311a867c5d8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103" y="1216719"/>
            <a:ext cx="6953795" cy="239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g311a867c5d8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818659" y="-2123938"/>
            <a:ext cx="8487275" cy="42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g311a867c5d8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835363">
            <a:off x="4324050" y="747680"/>
            <a:ext cx="9144001" cy="45765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808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preserve="1">
  <p:cSld name="1_Title slide 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11a867c5d8_0_4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3475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8C68"/>
              </a:buClr>
              <a:buSzPts val="5200"/>
              <a:buFont typeface="Helvetica Neue"/>
              <a:buNone/>
              <a:defRPr sz="5200" b="1">
                <a:solidFill>
                  <a:srgbClr val="628C68"/>
                </a:solidFill>
                <a:latin typeface="Franklin Gothic Medium" panose="020B0603020102020204" pitchFamily="34" charset="0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0" name="Google Shape;20;g311a867c5d8_0_4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750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>
                <a:solidFill>
                  <a:schemeClr val="tx1"/>
                </a:solidFill>
                <a:latin typeface="Franklin Gothic Medium" panose="020B0603020102020204" pitchFamily="34" charset="0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" name="Google Shape;21;g311a867c5d8_0_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Franklin Gothic Medium" panose="020B0603020102020204" pitchFamily="34" charset="0"/>
                <a:ea typeface="Franklin Gothic Medium" panose="020B0603020102020204" pitchFamily="34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PT" smtClean="0"/>
              <a:pPr/>
              <a:t>‹nº›</a:t>
            </a:fld>
            <a:endParaRPr lang="pt-PT"/>
          </a:p>
        </p:txBody>
      </p:sp>
      <p:pic>
        <p:nvPicPr>
          <p:cNvPr id="22" name="Google Shape;22;g311a867c5d8_0_43" descr="Afbeelding met Lettertype, Elektrisch blauw, symbool, tekst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7951" y="4620603"/>
            <a:ext cx="1662075" cy="3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g311a867c5d8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5074" y="176377"/>
            <a:ext cx="2416374" cy="83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g311a867c5d8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099300" y="-2714401"/>
            <a:ext cx="8487275" cy="42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g311a867c5d8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835363">
            <a:off x="5302224" y="206840"/>
            <a:ext cx="9144001" cy="45765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2591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1_Title and 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>
            <a:spLocks noGrp="1"/>
          </p:cNvSpPr>
          <p:nvPr>
            <p:ph type="title"/>
          </p:nvPr>
        </p:nvSpPr>
        <p:spPr>
          <a:xfrm>
            <a:off x="540300" y="521225"/>
            <a:ext cx="5270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8C68"/>
              </a:buClr>
              <a:buSzPts val="2800"/>
              <a:buFont typeface="Helvetica Neue"/>
              <a:buNone/>
              <a:defRPr sz="2400" b="1">
                <a:solidFill>
                  <a:srgbClr val="628C68"/>
                </a:solidFill>
                <a:latin typeface="Franklin Gothic Medium" panose="020B0603020102020204" pitchFamily="34" charset="0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body" idx="1"/>
          </p:nvPr>
        </p:nvSpPr>
        <p:spPr>
          <a:xfrm>
            <a:off x="540300" y="1533475"/>
            <a:ext cx="7367400" cy="28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  <a:defRPr sz="120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378" lvl="1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566" lvl="2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754" lvl="3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5943" lvl="4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132" lvl="5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320" lvl="6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509" lvl="7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697" lvl="8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PT" smtClean="0"/>
              <a:pPr/>
              <a:t>‹nº›</a:t>
            </a:fld>
            <a:endParaRPr lang="pt-PT"/>
          </a:p>
        </p:txBody>
      </p:sp>
      <p:pic>
        <p:nvPicPr>
          <p:cNvPr id="30" name="Google Shape;30;p17" descr="Afbeelding met Lettertype, Elektrisch blauw, symbool, tekst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7951" y="4620603"/>
            <a:ext cx="1662075" cy="3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5074" y="176377"/>
            <a:ext cx="2416374" cy="83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099300" y="-2714401"/>
            <a:ext cx="8487275" cy="42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835363">
            <a:off x="5302224" y="206840"/>
            <a:ext cx="9144001" cy="45765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3966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5424082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rgbClr val="628C68"/>
                </a:solidFill>
                <a:latin typeface="Franklin Gothic Medium" panose="020B06030201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tx1"/>
                </a:solidFill>
                <a:latin typeface="Helvetica Neue" panose="020B0604020202020204" charset="0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  <p:pic>
        <p:nvPicPr>
          <p:cNvPr id="2" name="Google Shape;30;p17" descr="Afbeelding met Lettertype, Elektrisch blauw, symbool, tekst&#10;&#10;Automatisch gegenereerde beschrijving">
            <a:extLst>
              <a:ext uri="{FF2B5EF4-FFF2-40B4-BE49-F238E27FC236}">
                <a16:creationId xmlns:a16="http://schemas.microsoft.com/office/drawing/2014/main" id="{3AF84B39-D568-F980-CE96-C7F29B9E8DD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47951" y="4620603"/>
            <a:ext cx="1662075" cy="3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1;p17">
            <a:extLst>
              <a:ext uri="{FF2B5EF4-FFF2-40B4-BE49-F238E27FC236}">
                <a16:creationId xmlns:a16="http://schemas.microsoft.com/office/drawing/2014/main" id="{9AA65C8F-4A54-EEDA-CA84-30A24546FA4C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5074" y="176377"/>
            <a:ext cx="2416374" cy="83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2;p17">
            <a:extLst>
              <a:ext uri="{FF2B5EF4-FFF2-40B4-BE49-F238E27FC236}">
                <a16:creationId xmlns:a16="http://schemas.microsoft.com/office/drawing/2014/main" id="{D7D2BDFC-EB83-DD0C-79FD-65538F8CE1FA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099300" y="-2714401"/>
            <a:ext cx="8487275" cy="42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3;p17">
            <a:extLst>
              <a:ext uri="{FF2B5EF4-FFF2-40B4-BE49-F238E27FC236}">
                <a16:creationId xmlns:a16="http://schemas.microsoft.com/office/drawing/2014/main" id="{F8305DCD-49B7-7797-3B02-798F43A38B15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 rot="4835363">
            <a:off x="5302224" y="206840"/>
            <a:ext cx="9144001" cy="4576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Helvetica" pitchFamily="2" charset="0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2400" b="1">
                <a:solidFill>
                  <a:srgbClr val="628C68"/>
                </a:solidFill>
                <a:latin typeface="Franklin Gothic Medium" panose="020B060302010202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latin typeface="Franklin Gothic Medium" panose="020B060302010202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041500" y="1228151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>
                <a:solidFill>
                  <a:schemeClr val="tx1"/>
                </a:solidFill>
                <a:latin typeface="Helvetica Neue" panose="020B0604020202020204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  <p:pic>
        <p:nvPicPr>
          <p:cNvPr id="2" name="Google Shape;30;p17" descr="Afbeelding met Lettertype, Elektrisch blauw, symbool, tekst&#10;&#10;Automatisch gegenereerde beschrijving">
            <a:extLst>
              <a:ext uri="{FF2B5EF4-FFF2-40B4-BE49-F238E27FC236}">
                <a16:creationId xmlns:a16="http://schemas.microsoft.com/office/drawing/2014/main" id="{751B4BC6-3289-CFE3-1DB5-DBCDD44014C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47951" y="4620603"/>
            <a:ext cx="1662075" cy="3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1;p17">
            <a:extLst>
              <a:ext uri="{FF2B5EF4-FFF2-40B4-BE49-F238E27FC236}">
                <a16:creationId xmlns:a16="http://schemas.microsoft.com/office/drawing/2014/main" id="{2D703748-DE0F-38F4-6B88-3240B58F90E0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5074" y="176377"/>
            <a:ext cx="2416374" cy="83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2;p17">
            <a:extLst>
              <a:ext uri="{FF2B5EF4-FFF2-40B4-BE49-F238E27FC236}">
                <a16:creationId xmlns:a16="http://schemas.microsoft.com/office/drawing/2014/main" id="{6E0A7E80-7927-B464-B2C8-1B422A5FB3E7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099300" y="-2714401"/>
            <a:ext cx="8487275" cy="42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3;p17">
            <a:extLst>
              <a:ext uri="{FF2B5EF4-FFF2-40B4-BE49-F238E27FC236}">
                <a16:creationId xmlns:a16="http://schemas.microsoft.com/office/drawing/2014/main" id="{AD93FD38-D378-DD57-BF45-B5812EA92494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 rot="4835363">
            <a:off x="5302224" y="206840"/>
            <a:ext cx="9144001" cy="4576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53" r:id="rId4"/>
    <p:sldLayoutId id="214748365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oi.unizg.hr/en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7.svg"/><Relationship Id="rId12" Type="http://schemas.openxmlformats.org/officeDocument/2006/relationships/image" Target="../media/image11.svg"/><Relationship Id="rId2" Type="http://schemas.openxmlformats.org/officeDocument/2006/relationships/hyperlink" Target="https://www.escs.ipl.pt/home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hyperlink" Target="https://www.fh-vie.ac.at/en/" TargetMode="External"/><Relationship Id="rId10" Type="http://schemas.openxmlformats.org/officeDocument/2006/relationships/image" Target="../media/image9.svg"/><Relationship Id="rId4" Type="http://schemas.openxmlformats.org/officeDocument/2006/relationships/image" Target="../media/image5.sv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company/ai-hed/" TargetMode="External"/><Relationship Id="rId2" Type="http://schemas.openxmlformats.org/officeDocument/2006/relationships/hyperlink" Target="https://ai-hed.eu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info@ai-hed.eu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ai-hed.eu" TargetMode="External"/><Relationship Id="rId2" Type="http://schemas.openxmlformats.org/officeDocument/2006/relationships/hyperlink" Target="https://ai-hed.eu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63BEC4-07F2-8346-8D16-8478819911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err="1">
                <a:latin typeface="Arial"/>
                <a:cs typeface="Arial"/>
              </a:rPr>
              <a:t>Title</a:t>
            </a:r>
            <a:endParaRPr lang="pt-PT">
              <a:latin typeface="Arial"/>
              <a:cs typeface="Arial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F8AB27A-BB62-7A87-9273-ABF18A2822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err="1">
                <a:latin typeface="Arial"/>
                <a:cs typeface="Arial"/>
              </a:rPr>
              <a:t>Subtitle</a:t>
            </a:r>
            <a:r>
              <a:rPr lang="pt-PT">
                <a:latin typeface="Arial"/>
                <a:cs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0504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93C828-F685-58CE-8A06-193E190F9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err="1">
                <a:latin typeface="Arial"/>
                <a:cs typeface="Arial"/>
              </a:rPr>
              <a:t>Title</a:t>
            </a:r>
            <a:endParaRPr lang="pt-PT">
              <a:latin typeface="Arial"/>
              <a:cs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7BA5F-A44C-6019-6AFD-AC470EF40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err="1">
                <a:latin typeface="Arial"/>
                <a:cs typeface="Arial"/>
              </a:rPr>
              <a:t>Paragraph</a:t>
            </a:r>
            <a:endParaRPr lang="pt-PT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607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D5C29-E164-6D55-92E7-7C3FE2D1A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 err="1">
                <a:latin typeface="Arial"/>
                <a:cs typeface="Arial"/>
              </a:rPr>
              <a:t>Key</a:t>
            </a:r>
            <a:r>
              <a:rPr lang="pt-PT" dirty="0">
                <a:latin typeface="Arial"/>
                <a:cs typeface="Arial"/>
              </a:rPr>
              <a:t> </a:t>
            </a:r>
            <a:r>
              <a:rPr lang="pt-PT" dirty="0" err="1">
                <a:latin typeface="Arial"/>
                <a:cs typeface="Arial"/>
              </a:rPr>
              <a:t>Facts</a:t>
            </a:r>
            <a:endParaRPr lang="pt-PT" dirty="0">
              <a:latin typeface="Arial"/>
              <a:cs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329AEE-E2D1-DEC4-421D-1130FDD84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317500">
              <a:lnSpc>
                <a:spcPct val="150000"/>
              </a:lnSpc>
              <a:buFont typeface="Helvetica Neue,Sans-Serif"/>
            </a:pP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Erasmus+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Strategic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Partnership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(KA2)</a:t>
            </a:r>
            <a:endParaRPr lang="en-US" dirty="0">
              <a:solidFill>
                <a:schemeClr val="dk1"/>
              </a:solidFill>
              <a:latin typeface="Arial"/>
              <a:cs typeface="Arial"/>
            </a:endParaRPr>
          </a:p>
          <a:p>
            <a:pPr marL="457200" indent="-317500">
              <a:lnSpc>
                <a:spcPct val="150000"/>
              </a:lnSpc>
              <a:buFont typeface="Helvetica Neue,Sans-Serif"/>
            </a:pPr>
            <a:r>
              <a:rPr lang="pt-PT" b="1" dirty="0">
                <a:solidFill>
                  <a:schemeClr val="dk1"/>
                </a:solidFill>
                <a:latin typeface="Arial"/>
                <a:cs typeface="Arial"/>
              </a:rPr>
              <a:t>Project </a:t>
            </a:r>
            <a:r>
              <a:rPr lang="pt-PT" b="1" dirty="0" err="1">
                <a:solidFill>
                  <a:schemeClr val="dk1"/>
                </a:solidFill>
                <a:latin typeface="Arial"/>
                <a:cs typeface="Arial"/>
              </a:rPr>
              <a:t>Code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: </a:t>
            </a:r>
            <a:r>
              <a:rPr lang="pt-PT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cs typeface="Arial"/>
              </a:rPr>
              <a:t>2024-1-NL01-KA220-HED-000248874 </a:t>
            </a:r>
            <a:endParaRPr lang="pt-PT" dirty="0">
              <a:solidFill>
                <a:schemeClr val="dk1"/>
              </a:solidFill>
              <a:latin typeface="Arial"/>
              <a:cs typeface="Arial"/>
            </a:endParaRPr>
          </a:p>
          <a:p>
            <a:pPr marL="457200" indent="-317500">
              <a:lnSpc>
                <a:spcPct val="150000"/>
              </a:lnSpc>
              <a:buFont typeface="Helvetica Neue,Sans-Serif"/>
            </a:pPr>
            <a:r>
              <a:rPr lang="pt-PT" b="1" dirty="0" err="1">
                <a:solidFill>
                  <a:schemeClr val="dk1"/>
                </a:solidFill>
                <a:latin typeface="Arial"/>
                <a:cs typeface="Arial"/>
              </a:rPr>
              <a:t>Duration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: 24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months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(1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September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2024 – 31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August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2026) </a:t>
            </a:r>
            <a:endParaRPr lang="en-US" dirty="0">
              <a:solidFill>
                <a:schemeClr val="dk1"/>
              </a:solidFill>
              <a:latin typeface="Arial"/>
              <a:cs typeface="Arial"/>
            </a:endParaRPr>
          </a:p>
          <a:p>
            <a:pPr marL="457200" indent="-317500">
              <a:lnSpc>
                <a:spcPct val="150000"/>
              </a:lnSpc>
              <a:buFont typeface="Helvetica Neue,Sans-Serif"/>
            </a:pP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4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higher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education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institutions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(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HEIs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)</a:t>
            </a:r>
            <a:endParaRPr lang="en-US" dirty="0">
              <a:solidFill>
                <a:schemeClr val="dk1"/>
              </a:solidFill>
              <a:latin typeface="Arial"/>
              <a:cs typeface="Arial"/>
            </a:endParaRPr>
          </a:p>
          <a:p>
            <a:pPr marL="914400" lvl="1" indent="-304800">
              <a:lnSpc>
                <a:spcPct val="150000"/>
              </a:lnSpc>
              <a:buFont typeface="Helvetica Neue,Sans-Serif"/>
              <a:buChar char="○"/>
            </a:pP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Amsterdam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University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of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Applied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Sciences</a:t>
            </a:r>
            <a:endParaRPr lang="en-US" dirty="0">
              <a:solidFill>
                <a:schemeClr val="dk1"/>
              </a:solidFill>
              <a:latin typeface="Arial"/>
              <a:cs typeface="Arial"/>
            </a:endParaRPr>
          </a:p>
          <a:p>
            <a:pPr marL="914400" lvl="1" indent="-304800">
              <a:lnSpc>
                <a:spcPct val="150000"/>
              </a:lnSpc>
              <a:buFont typeface="Helvetica Neue,Sans-Serif"/>
              <a:buChar char="○"/>
            </a:pP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University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of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Applied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Sciences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BFI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Vienna</a:t>
            </a:r>
            <a:endParaRPr lang="en-US" dirty="0">
              <a:solidFill>
                <a:schemeClr val="dk1"/>
              </a:solidFill>
              <a:latin typeface="Arial"/>
              <a:cs typeface="Arial"/>
            </a:endParaRPr>
          </a:p>
          <a:p>
            <a:pPr marL="914400" lvl="1" indent="-304800">
              <a:lnSpc>
                <a:spcPct val="150000"/>
              </a:lnSpc>
              <a:buFont typeface="Helvetica Neue,Sans-Serif"/>
              <a:buChar char="○"/>
            </a:pP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School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of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Communication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and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Media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Studies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,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Polytechnic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University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of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Lisbon</a:t>
            </a:r>
            <a:endParaRPr lang="en-US" dirty="0">
              <a:solidFill>
                <a:schemeClr val="dk1"/>
              </a:solidFill>
              <a:latin typeface="Arial"/>
              <a:cs typeface="Arial"/>
            </a:endParaRPr>
          </a:p>
          <a:p>
            <a:pPr marL="914400" lvl="1" indent="-304800">
              <a:lnSpc>
                <a:spcPct val="150000"/>
              </a:lnSpc>
              <a:buFont typeface="Helvetica Neue,Sans-Serif"/>
              <a:buChar char="○"/>
            </a:pP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University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of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Zagreb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Faculty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of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Organization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and</a:t>
            </a:r>
            <a:r>
              <a:rPr lang="pt-PT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  <a:cs typeface="Arial"/>
              </a:rPr>
              <a:t>Informatics</a:t>
            </a:r>
            <a:endParaRPr lang="pt-PT" dirty="0">
              <a:solidFill>
                <a:schemeClr val="dk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7244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24C1D-8D45-2C1C-4968-576E17EF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sz="3600" dirty="0">
                <a:latin typeface="Arial"/>
                <a:cs typeface="Arial"/>
              </a:rPr>
              <a:t>AI-HED Team</a:t>
            </a:r>
          </a:p>
        </p:txBody>
      </p:sp>
      <p:pic>
        <p:nvPicPr>
          <p:cNvPr id="7" name="Gráfico 6" descr="School of Communication and Media Studies">
            <a:hlinkClick r:id="rId2"/>
            <a:extLst>
              <a:ext uri="{FF2B5EF4-FFF2-40B4-BE49-F238E27FC236}">
                <a16:creationId xmlns:a16="http://schemas.microsoft.com/office/drawing/2014/main" id="{CBFD3A70-1E74-E091-E9A6-F9C3E48AD3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8188" y="1705514"/>
            <a:ext cx="2505075" cy="762000"/>
          </a:xfrm>
          <a:prstGeom prst="rect">
            <a:avLst/>
          </a:prstGeom>
        </p:spPr>
      </p:pic>
      <p:pic>
        <p:nvPicPr>
          <p:cNvPr id="8" name="Gráfico 7" descr="University of Applied Sciences BFI Vienna - economics management finance">
            <a:hlinkClick r:id="rId5"/>
            <a:extLst>
              <a:ext uri="{FF2B5EF4-FFF2-40B4-BE49-F238E27FC236}">
                <a16:creationId xmlns:a16="http://schemas.microsoft.com/office/drawing/2014/main" id="{CFDC9E89-1ECA-C43D-3EE0-498C68316C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0394" y="2977910"/>
            <a:ext cx="1676400" cy="762000"/>
          </a:xfrm>
          <a:prstGeom prst="rect">
            <a:avLst/>
          </a:prstGeom>
        </p:spPr>
      </p:pic>
      <p:pic>
        <p:nvPicPr>
          <p:cNvPr id="9" name="Gráfico 8" descr="University Of Zagreb Faculty Of Organization And Informatics Varazdin">
            <a:hlinkClick r:id="rId8"/>
            <a:extLst>
              <a:ext uri="{FF2B5EF4-FFF2-40B4-BE49-F238E27FC236}">
                <a16:creationId xmlns:a16="http://schemas.microsoft.com/office/drawing/2014/main" id="{F0F2C197-62D3-8A43-2445-346CF8571D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27740" y="3139454"/>
            <a:ext cx="2743200" cy="438912"/>
          </a:xfrm>
          <a:prstGeom prst="rect">
            <a:avLst/>
          </a:prstGeom>
        </p:spPr>
      </p:pic>
      <p:pic>
        <p:nvPicPr>
          <p:cNvPr id="3" name="Gráfico 2" descr="Amsterdam University of Applied Sciences">
            <a:extLst>
              <a:ext uri="{FF2B5EF4-FFF2-40B4-BE49-F238E27FC236}">
                <a16:creationId xmlns:a16="http://schemas.microsoft.com/office/drawing/2014/main" id="{938A4D19-B0D3-0042-D316-34CFB89E84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6995" y="1845278"/>
            <a:ext cx="2743198" cy="4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2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24C1D-8D45-2C1C-4968-576E17EF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 err="1">
                <a:latin typeface="Arial"/>
                <a:cs typeface="Arial"/>
              </a:rPr>
              <a:t>Reach</a:t>
            </a:r>
            <a:r>
              <a:rPr lang="pt-PT" dirty="0">
                <a:latin typeface="Arial"/>
                <a:cs typeface="Arial"/>
              </a:rPr>
              <a:t> </a:t>
            </a:r>
            <a:r>
              <a:rPr lang="pt-PT" dirty="0" err="1">
                <a:latin typeface="Arial"/>
                <a:cs typeface="Arial"/>
              </a:rPr>
              <a:t>us</a:t>
            </a:r>
            <a:endParaRPr lang="pt-PT" dirty="0" err="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D9AC6FF-3A26-2DB8-B3D2-BCBDD0DB4E07}"/>
              </a:ext>
            </a:extLst>
          </p:cNvPr>
          <p:cNvSpPr txBox="1"/>
          <p:nvPr/>
        </p:nvSpPr>
        <p:spPr>
          <a:xfrm>
            <a:off x="1311443" y="1778762"/>
            <a:ext cx="5995628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>
                <a:solidFill>
                  <a:srgbClr val="628C68"/>
                </a:solidFill>
              </a:rPr>
              <a:t>Website: </a:t>
            </a:r>
            <a:r>
              <a:rPr lang="pt-PT" dirty="0">
                <a:solidFill>
                  <a:srgbClr val="628C68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ai-hed.eu</a:t>
            </a:r>
            <a:r>
              <a:rPr lang="pt-PT" dirty="0">
                <a:solidFill>
                  <a:srgbClr val="628C68"/>
                </a:solidFill>
              </a:rPr>
              <a:t> </a:t>
            </a:r>
          </a:p>
          <a:p>
            <a:endParaRPr lang="pt-PT" b="1" dirty="0">
              <a:solidFill>
                <a:srgbClr val="628C68"/>
              </a:solidFill>
            </a:endParaRPr>
          </a:p>
          <a:p>
            <a:endParaRPr lang="pt-PT" b="1" dirty="0">
              <a:solidFill>
                <a:srgbClr val="628C68"/>
              </a:solidFill>
            </a:endParaRPr>
          </a:p>
          <a:p>
            <a:r>
              <a:rPr lang="pt-PT" b="1" err="1">
                <a:solidFill>
                  <a:srgbClr val="628C68"/>
                </a:solidFill>
              </a:rPr>
              <a:t>Linkedin</a:t>
            </a:r>
            <a:r>
              <a:rPr lang="pt-PT" b="1">
                <a:solidFill>
                  <a:srgbClr val="628C68"/>
                </a:solidFill>
              </a:rPr>
              <a:t>: </a:t>
            </a:r>
            <a:r>
              <a:rPr lang="pt-PT" dirty="0">
                <a:solidFill>
                  <a:srgbClr val="628C6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linkedin.com/company/ai-hed/</a:t>
            </a:r>
            <a:r>
              <a:rPr lang="pt-PT" dirty="0">
                <a:solidFill>
                  <a:srgbClr val="628C68"/>
                </a:solidFill>
              </a:rPr>
              <a:t> </a:t>
            </a:r>
          </a:p>
          <a:p>
            <a:endParaRPr lang="pt-PT" b="1" dirty="0">
              <a:solidFill>
                <a:srgbClr val="628C68"/>
              </a:solidFill>
            </a:endParaRPr>
          </a:p>
          <a:p>
            <a:endParaRPr lang="pt-PT" b="1" dirty="0">
              <a:solidFill>
                <a:srgbClr val="628C68"/>
              </a:solidFill>
            </a:endParaRPr>
          </a:p>
          <a:p>
            <a:r>
              <a:rPr lang="pt-PT" b="1" dirty="0">
                <a:solidFill>
                  <a:srgbClr val="628C68"/>
                </a:solidFill>
              </a:rPr>
              <a:t>Email:</a:t>
            </a:r>
            <a:r>
              <a:rPr lang="pt-PT" dirty="0">
                <a:solidFill>
                  <a:srgbClr val="628C68"/>
                </a:solidFill>
              </a:rPr>
              <a:t> </a:t>
            </a:r>
            <a:r>
              <a:rPr lang="pt-PT" dirty="0">
                <a:solidFill>
                  <a:srgbClr val="628C6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info@ai-hed.eu</a:t>
            </a:r>
            <a:r>
              <a:rPr lang="pt-PT" dirty="0">
                <a:solidFill>
                  <a:srgbClr val="628C68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6895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24C1D-8D45-2C1C-4968-576E17EF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sz="3600" err="1">
                <a:latin typeface="Arial"/>
                <a:cs typeface="Arial"/>
              </a:rPr>
              <a:t>Need</a:t>
            </a:r>
            <a:r>
              <a:rPr lang="pt-PT" sz="3600">
                <a:latin typeface="Arial"/>
                <a:cs typeface="Arial"/>
              </a:rPr>
              <a:t> </a:t>
            </a:r>
            <a:r>
              <a:rPr lang="pt-PT" sz="3600" err="1">
                <a:latin typeface="Arial"/>
                <a:cs typeface="Arial"/>
              </a:rPr>
              <a:t>help</a:t>
            </a:r>
            <a:r>
              <a:rPr lang="pt-PT" sz="3600">
                <a:latin typeface="Arial"/>
                <a:cs typeface="Arial"/>
              </a:rPr>
              <a:t>?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560FBE6-35A4-22F9-1F95-FB6819C78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927" y="1533475"/>
            <a:ext cx="7519773" cy="2837700"/>
          </a:xfrm>
        </p:spPr>
        <p:txBody>
          <a:bodyPr/>
          <a:lstStyle/>
          <a:p>
            <a:pPr marL="456565" indent="-342265">
              <a:lnSpc>
                <a:spcPct val="114999"/>
              </a:lnSpc>
              <a:buNone/>
            </a:pPr>
            <a:r>
              <a:rPr lang="pt-PT" sz="3200" b="1" err="1">
                <a:solidFill>
                  <a:schemeClr val="tx1"/>
                </a:solidFill>
                <a:latin typeface="Arial"/>
                <a:cs typeface="Arial"/>
              </a:rPr>
              <a:t>Contacts</a:t>
            </a:r>
            <a:endParaRPr lang="pt-PT" sz="3200" b="1">
              <a:solidFill>
                <a:schemeClr val="tx1"/>
              </a:solidFill>
              <a:latin typeface="Arial"/>
              <a:cs typeface="Arial"/>
            </a:endParaRPr>
          </a:p>
          <a:p>
            <a:pPr marL="456565" indent="-342265">
              <a:lnSpc>
                <a:spcPct val="114999"/>
              </a:lnSpc>
              <a:buNone/>
            </a:pPr>
            <a:endParaRPr lang="pt-PT" sz="1400" dirty="0">
              <a:latin typeface="Arial"/>
              <a:cs typeface="Arial"/>
            </a:endParaRPr>
          </a:p>
          <a:p>
            <a:pPr marL="456565" indent="-342265">
              <a:lnSpc>
                <a:spcPct val="114999"/>
              </a:lnSpc>
              <a:buNone/>
            </a:pPr>
            <a:r>
              <a:rPr lang="pt-PT" sz="1400" dirty="0" err="1">
                <a:latin typeface="Arial"/>
                <a:cs typeface="Arial"/>
              </a:rPr>
              <a:t>Name</a:t>
            </a:r>
            <a:r>
              <a:rPr lang="pt-PT" sz="1400" dirty="0">
                <a:latin typeface="Arial"/>
                <a:cs typeface="Arial"/>
              </a:rPr>
              <a:t> — email</a:t>
            </a:r>
          </a:p>
          <a:p>
            <a:pPr marL="456565" indent="-342265">
              <a:lnSpc>
                <a:spcPct val="114999"/>
              </a:lnSpc>
              <a:buNone/>
            </a:pPr>
            <a:r>
              <a:rPr lang="pt-PT" sz="1400" dirty="0" err="1">
                <a:latin typeface="Arial"/>
                <a:cs typeface="Arial"/>
              </a:rPr>
              <a:t>Name</a:t>
            </a:r>
            <a:r>
              <a:rPr lang="pt-PT" sz="1400" dirty="0">
                <a:latin typeface="Arial"/>
                <a:cs typeface="Arial"/>
              </a:rPr>
              <a:t> — email</a:t>
            </a:r>
          </a:p>
          <a:p>
            <a:pPr marL="456565" indent="-342265">
              <a:lnSpc>
                <a:spcPct val="114999"/>
              </a:lnSpc>
              <a:buNone/>
            </a:pPr>
            <a:r>
              <a:rPr lang="pt-PT" sz="1400" dirty="0" err="1">
                <a:latin typeface="Arial"/>
                <a:cs typeface="Arial"/>
              </a:rPr>
              <a:t>Name</a:t>
            </a:r>
            <a:r>
              <a:rPr lang="pt-PT" sz="1400" dirty="0">
                <a:latin typeface="Arial"/>
                <a:cs typeface="Arial"/>
              </a:rPr>
              <a:t> — email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19A9EB04-F2AC-BCFA-1FD7-80E3C3056084}"/>
              </a:ext>
            </a:extLst>
          </p:cNvPr>
          <p:cNvSpPr txBox="1"/>
          <p:nvPr/>
        </p:nvSpPr>
        <p:spPr>
          <a:xfrm>
            <a:off x="3263171" y="4660935"/>
            <a:ext cx="2614148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PT" b="1" u="sng" dirty="0">
                <a:solidFill>
                  <a:srgbClr val="628C68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ai-hed.eu</a:t>
            </a:r>
            <a:r>
              <a:rPr lang="pt-PT" dirty="0">
                <a:solidFill>
                  <a:srgbClr val="628C68"/>
                </a:solidFill>
              </a:rPr>
              <a:t>    |   </a:t>
            </a:r>
            <a:r>
              <a:rPr lang="pt-PT" b="1" dirty="0">
                <a:solidFill>
                  <a:srgbClr val="628C68"/>
                </a:solidFill>
              </a:rPr>
              <a:t> </a:t>
            </a:r>
            <a:r>
              <a:rPr lang="pt-PT" dirty="0">
                <a:solidFill>
                  <a:srgbClr val="628C6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info@ai-hed.eu</a:t>
            </a:r>
            <a:r>
              <a:rPr lang="pt-PT" dirty="0">
                <a:solidFill>
                  <a:srgbClr val="628C68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751759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22ed8fc-7891-484f-87e7-8b3d6e7f6418" xsi:nil="true"/>
    <lcf76f155ced4ddcb4097134ff3c332f xmlns="17a99280-2c62-4fae-91c7-96cb77b2277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1D96A8FF19A349836A22ACA896A866" ma:contentTypeVersion="17" ma:contentTypeDescription="Create a new document." ma:contentTypeScope="" ma:versionID="ecd01839bbf18eba2390e756d7b8792e">
  <xsd:schema xmlns:xsd="http://www.w3.org/2001/XMLSchema" xmlns:xs="http://www.w3.org/2001/XMLSchema" xmlns:p="http://schemas.microsoft.com/office/2006/metadata/properties" xmlns:ns2="17a99280-2c62-4fae-91c7-96cb77b2277f" xmlns:ns3="622ed8fc-7891-484f-87e7-8b3d6e7f6418" targetNamespace="http://schemas.microsoft.com/office/2006/metadata/properties" ma:root="true" ma:fieldsID="423b7c4ea698b29ac4397c1b24f27d17" ns2:_="" ns3:_="">
    <xsd:import namespace="17a99280-2c62-4fae-91c7-96cb77b2277f"/>
    <xsd:import namespace="622ed8fc-7891-484f-87e7-8b3d6e7f64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a99280-2c62-4fae-91c7-96cb77b227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2d39682-ccf7-48d8-962f-2ca2d3d56b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2ed8fc-7891-484f-87e7-8b3d6e7f641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f1a6c79a-9780-4a0d-8f88-84289ed213cb}" ma:internalName="TaxCatchAll" ma:showField="CatchAllData" ma:web="622ed8fc-7891-484f-87e7-8b3d6e7f64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240DE7-94B0-4AD2-AC41-5A2324F541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97EBA1-249B-4672-B175-9852936080FD}">
  <ds:schemaRefs>
    <ds:schemaRef ds:uri="17a99280-2c62-4fae-91c7-96cb77b2277f"/>
    <ds:schemaRef ds:uri="622ed8fc-7891-484f-87e7-8b3d6e7f6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486836-E656-4BDD-B38B-50D956DFF18F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no Ecrã (16:9)</PresentationFormat>
  <Slides>7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8" baseType="lpstr">
      <vt:lpstr>Simple Light</vt:lpstr>
      <vt:lpstr>Apresentação do PowerPoint</vt:lpstr>
      <vt:lpstr>Title</vt:lpstr>
      <vt:lpstr>Title</vt:lpstr>
      <vt:lpstr>Key Facts</vt:lpstr>
      <vt:lpstr>AI-HED Team</vt:lpstr>
      <vt:lpstr>Reach us</vt:lpstr>
      <vt:lpstr>Need help?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Tatiana Nunes</dc:creator>
  <cp:revision>29</cp:revision>
  <dcterms:modified xsi:type="dcterms:W3CDTF">2024-11-11T15:10:24Z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0x010100EB1D96A8FF19A349836A22ACA896A866</vt:lpwstr>
  </property>
  <property fmtid="{D5CDD505-2E9C-101B-9397-08002B2CF9AE}" pid="3" name="MediaServiceImageTags">
    <vt:lpwstr/>
  </property>
</Properties>
</file>